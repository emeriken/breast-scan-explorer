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4"/>
    <p:sldMasterId id="2147483785" r:id="rId5"/>
  </p:sldMasterIdLst>
  <p:notesMasterIdLst>
    <p:notesMasterId r:id="rId16"/>
  </p:notesMasterIdLst>
  <p:handoutMasterIdLst>
    <p:handoutMasterId r:id="rId17"/>
  </p:handoutMasterIdLst>
  <p:sldIdLst>
    <p:sldId id="256" r:id="rId13"/>
    <p:sldId id="257" r:id="rId14"/>
    <p:sldId id="258" r:id="rId15"/>
    <p:sldId id="259" r:id="rId12"/>
    <p:sldId id="260" r:id="rId11"/>
    <p:sldId id="261" r:id="rId10"/>
    <p:sldId id="262" r:id="rId9"/>
    <p:sldId id="263" r:id="rId8"/>
  </p:sldIdLst>
  <p:sldSz cx="9144000" cy="5148263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amnlöst avsnitt" id="{9F130D19-7D3B-F44D-9E4E-131C9D0C0B19}">
          <p14:sldIdLst>
            <p14:sldId id="298"/>
            <p14:sldId id="303"/>
            <p14:sldId id="304"/>
            <p14:sldId id="305"/>
            <p14:sldId id="306"/>
            <p14:sldId id="300"/>
            <p14:sldId id="299"/>
            <p14:sldId id="307"/>
            <p14:sldId id="301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1034"/>
    <a:srgbClr val="D01034"/>
    <a:srgbClr val="CE1035"/>
    <a:srgbClr val="372AB8"/>
    <a:srgbClr val="F5F5F5"/>
    <a:srgbClr val="D0002C"/>
    <a:srgbClr val="FFFFFF"/>
    <a:srgbClr val="FB4747"/>
    <a:srgbClr val="F87170"/>
    <a:srgbClr val="E75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95EB15-528B-4A0E-921D-A768AE3CA81E}" v="10" dt="2023-10-10T11:40:00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llanmörkt format 2 - Dekorfär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llanmörkt format 2 - Dekorfär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llanmörkt format 2 - Dekorfär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llanmörkt format 2 - Dekorfär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llanmörkt format 2 - Dekorfär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llanmörkt forma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llanmörkt format 4 - Dekorfärg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llanmörkt forma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llanmörkt format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just forma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just forma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Format med tema 1 - dekorfärg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Inget format, inget rutnä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Format med tema 1 - dekorfär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Format med tema 1 - dekorfär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Format med tema 1 - dekorfär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just format 1 - Dekorfärg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190"/>
  </p:normalViewPr>
  <p:slideViewPr>
    <p:cSldViewPr snapToGrid="0">
      <p:cViewPr varScale="1">
        <p:scale>
          <a:sx n="92" d="100"/>
          <a:sy n="92" d="100"/>
        </p:scale>
        <p:origin x="564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C2A2ADC7-BF5F-9011-D20C-D92A53F616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AC0493E-DBF5-0A29-860D-79DB12E9A8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588A8-C49D-0C44-9190-1755B061F1E4}" type="datetimeFigureOut">
              <a:rPr lang="sv-SE" smtClean="0"/>
              <a:t>2026-10-16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928EB85-D641-5955-218B-1A29B57D3C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D93A4F4-6453-04FA-1AB5-8982AC5AD5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6F839-7B85-BA4D-A87A-05A775F2FFF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84507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4C6A6-246B-CC42-AB6C-FBA4AC4730CD}" type="datetimeFigureOut">
              <a:rPr lang="sv-SE" smtClean="0"/>
              <a:t>2026-10-16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7B68A-2BDD-3F4D-A8C0-432A1B4572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2776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{{NOTES_1}}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{{NOTES_2}}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{{NOTES_3}}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{{NOTES_4}}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{{NOTES_5}}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{{NOTES_6}}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{{NOTES_7}}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{{NOTES_8}}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rö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logotyp, text&#10;&#10;Automatiskt genererad beskrivning">
            <a:extLst>
              <a:ext uri="{FF2B5EF4-FFF2-40B4-BE49-F238E27FC236}">
                <a16:creationId xmlns:a16="http://schemas.microsoft.com/office/drawing/2014/main" id="{310590D5-56AC-F1FE-EA91-170930DA36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75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09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ljusröd">
    <p:bg>
      <p:bgPr>
        <a:solidFill>
          <a:srgbClr val="FB4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logotyp, text&#10;&#10;Automatiskt genererad beskrivning">
            <a:extLst>
              <a:ext uri="{FF2B5EF4-FFF2-40B4-BE49-F238E27FC236}">
                <a16:creationId xmlns:a16="http://schemas.microsoft.com/office/drawing/2014/main" id="{310590D5-56AC-F1FE-EA91-170930DA36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75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06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aprikos">
    <p:bg>
      <p:bgPr>
        <a:solidFill>
          <a:srgbClr val="F871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logotyp, text&#10;&#10;Automatiskt genererad beskrivning">
            <a:extLst>
              <a:ext uri="{FF2B5EF4-FFF2-40B4-BE49-F238E27FC236}">
                <a16:creationId xmlns:a16="http://schemas.microsoft.com/office/drawing/2014/main" id="{123543F7-F346-1901-C7F8-E769E1193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75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63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bei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B6308342-289C-3A17-A7CC-35AFD8698E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2257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88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logotyp, text&#10;&#10;Automatiskt genererad beskrivning">
            <a:extLst>
              <a:ext uri="{FF2B5EF4-FFF2-40B4-BE49-F238E27FC236}">
                <a16:creationId xmlns:a16="http://schemas.microsoft.com/office/drawing/2014/main" id="{DC574D40-4EE7-D1E6-B6AA-0A3B16336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75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89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lil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Teckensnitt, Grafik, logotyp, text&#10;&#10;Automatiskt genererad beskrivning">
            <a:extLst>
              <a:ext uri="{FF2B5EF4-FFF2-40B4-BE49-F238E27FC236}">
                <a16:creationId xmlns:a16="http://schemas.microsoft.com/office/drawing/2014/main" id="{DE0A2FA7-AC2E-E5C9-A15E-7BA69F799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75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25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grö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 descr="En bild som visar Teckensnitt, Grafik, logotyp, text&#10;&#10;Automatiskt genererad beskrivning">
            <a:extLst>
              <a:ext uri="{FF2B5EF4-FFF2-40B4-BE49-F238E27FC236}">
                <a16:creationId xmlns:a16="http://schemas.microsoft.com/office/drawing/2014/main" id="{AB537FC6-E155-439E-31C0-8380AE2BE9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5275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23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 Startsida röd log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objekt 13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273E4160-6C51-E15D-5EEA-0E96D74389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2257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15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svart log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objekt 15" descr="En bild som visar Teckensnitt, text, Grafik, logotyp&#10;&#10;Automatiskt genererad beskrivning">
            <a:extLst>
              <a:ext uri="{FF2B5EF4-FFF2-40B4-BE49-F238E27FC236}">
                <a16:creationId xmlns:a16="http://schemas.microsoft.com/office/drawing/2014/main" id="{C9778C9A-335D-2543-86A8-79544AD03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2257" y="1576931"/>
            <a:ext cx="4113450" cy="1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2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Startsida logo h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EEA7EA73-8EC3-CF89-8FEF-8BAF5C5845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826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pPr marL="171604" marR="0" lvl="0" indent="-171604" algn="l" defTabSz="686417" rtl="0" eaLnBrk="1" fontAlgn="auto" latinLnBrk="0" hangingPunct="1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6" name="Platshållare för text 12">
            <a:extLst>
              <a:ext uri="{FF2B5EF4-FFF2-40B4-BE49-F238E27FC236}">
                <a16:creationId xmlns:a16="http://schemas.microsoft.com/office/drawing/2014/main" id="{56AEE616-80D1-2BAE-5EC1-0332E302F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9960" y="1717657"/>
            <a:ext cx="4084079" cy="2002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/>
            </a:lvl1pPr>
          </a:lstStyle>
          <a:p>
            <a:pPr lvl="0"/>
            <a:r>
              <a:rPr lang="sv-SE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880040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ida röd">
    <p:bg>
      <p:bgPr>
        <a:solidFill>
          <a:srgbClr val="CE1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F7D4A8A7-AEE5-C57C-167D-29285DE1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datum 10">
            <a:extLst>
              <a:ext uri="{FF2B5EF4-FFF2-40B4-BE49-F238E27FC236}">
                <a16:creationId xmlns:a16="http://schemas.microsoft.com/office/drawing/2014/main" id="{7B775144-3C49-5836-5D81-BF39EC9C6C3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A1D7C58A-74BA-04C5-5EDB-6BB9BB4D2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4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Titel på presentationen här</a:t>
            </a:r>
          </a:p>
        </p:txBody>
      </p:sp>
    </p:spTree>
    <p:extLst>
      <p:ext uri="{BB962C8B-B14F-4D97-AF65-F5344CB8AC3E}">
        <p14:creationId xmlns:p14="http://schemas.microsoft.com/office/powerpoint/2010/main" val="1422962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ida ljusrö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3706EEC5-559A-ACED-D6A9-6C9C8F87C34E}"/>
              </a:ext>
            </a:extLst>
          </p:cNvPr>
          <p:cNvSpPr txBox="1">
            <a:spLocks/>
          </p:cNvSpPr>
          <p:nvPr userDrawn="1"/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5E735EE-CFA2-41E3-6CA4-8087FBD3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2" name="Platshållare för sidfot 11">
            <a:extLst>
              <a:ext uri="{FF2B5EF4-FFF2-40B4-BE49-F238E27FC236}">
                <a16:creationId xmlns:a16="http://schemas.microsoft.com/office/drawing/2014/main" id="{9D6526D4-B6FC-5820-B5A8-CEF4B75D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4" name="Platshållare för text 12">
            <a:extLst>
              <a:ext uri="{FF2B5EF4-FFF2-40B4-BE49-F238E27FC236}">
                <a16:creationId xmlns:a16="http://schemas.microsoft.com/office/drawing/2014/main" id="{7176B612-6D37-B2F5-C294-885149EB1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4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Titel på presentationen här</a:t>
            </a:r>
          </a:p>
        </p:txBody>
      </p:sp>
    </p:spTree>
    <p:extLst>
      <p:ext uri="{BB962C8B-B14F-4D97-AF65-F5344CB8AC3E}">
        <p14:creationId xmlns:p14="http://schemas.microsoft.com/office/powerpoint/2010/main" val="2658457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ida aprik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C9DEDDA9-A222-D1B1-E44A-DC27E6A33732}"/>
              </a:ext>
            </a:extLst>
          </p:cNvPr>
          <p:cNvSpPr txBox="1">
            <a:spLocks/>
          </p:cNvSpPr>
          <p:nvPr userDrawn="1"/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ctr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DAE2E4F7-CF28-9E1C-1900-13D753BC17C4}"/>
              </a:ext>
            </a:extLst>
          </p:cNvPr>
          <p:cNvSpPr txBox="1">
            <a:spLocks/>
          </p:cNvSpPr>
          <p:nvPr userDrawn="1"/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04A7F90C-B61C-5E5C-CCE2-CA1E78DE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8915C366-7459-74B3-3290-D278A9A0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text 12">
            <a:extLst>
              <a:ext uri="{FF2B5EF4-FFF2-40B4-BE49-F238E27FC236}">
                <a16:creationId xmlns:a16="http://schemas.microsoft.com/office/drawing/2014/main" id="{A00CB07A-4800-5347-63CF-2CEE157BEC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4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Titel på presentationen här</a:t>
            </a:r>
          </a:p>
        </p:txBody>
      </p:sp>
    </p:spTree>
    <p:extLst>
      <p:ext uri="{BB962C8B-B14F-4D97-AF65-F5344CB8AC3E}">
        <p14:creationId xmlns:p14="http://schemas.microsoft.com/office/powerpoint/2010/main" val="218609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ida bei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F529AEB4-A242-5BCB-9F49-60622C94F9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11300" y="412750"/>
            <a:ext cx="1679284" cy="820703"/>
          </a:xfrm>
          <a:prstGeom prst="rect">
            <a:avLst/>
          </a:prstGeom>
        </p:spPr>
      </p:pic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47B60EE-1966-D2C6-7092-329E4B92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5F1CE77-6612-0C85-1721-FC917E7C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text 12">
            <a:extLst>
              <a:ext uri="{FF2B5EF4-FFF2-40B4-BE49-F238E27FC236}">
                <a16:creationId xmlns:a16="http://schemas.microsoft.com/office/drawing/2014/main" id="{4FE9F166-A4CB-1F36-3AFA-635ADA1677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400">
                <a:solidFill>
                  <a:schemeClr val="tx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Titel på presentationen här</a:t>
            </a:r>
          </a:p>
        </p:txBody>
      </p:sp>
    </p:spTree>
    <p:extLst>
      <p:ext uri="{BB962C8B-B14F-4D97-AF65-F5344CB8AC3E}">
        <p14:creationId xmlns:p14="http://schemas.microsoft.com/office/powerpoint/2010/main" val="2911298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ida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804E2C8-0C1D-2FF5-3652-1F906702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0727CCAD-350F-8532-04C3-ABF7A905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4" name="Platshållare för text 12">
            <a:extLst>
              <a:ext uri="{FF2B5EF4-FFF2-40B4-BE49-F238E27FC236}">
                <a16:creationId xmlns:a16="http://schemas.microsoft.com/office/drawing/2014/main" id="{B84BF19C-F590-F274-A39F-E0867249BB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4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Titel på presentationen här</a:t>
            </a:r>
          </a:p>
        </p:txBody>
      </p:sp>
    </p:spTree>
    <p:extLst>
      <p:ext uri="{BB962C8B-B14F-4D97-AF65-F5344CB8AC3E}">
        <p14:creationId xmlns:p14="http://schemas.microsoft.com/office/powerpoint/2010/main" val="88408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ida lil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A624F736-AB9E-E6D3-4777-5FA77D8BCDCA}"/>
              </a:ext>
            </a:extLst>
          </p:cNvPr>
          <p:cNvSpPr txBox="1">
            <a:spLocks/>
          </p:cNvSpPr>
          <p:nvPr userDrawn="1"/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ctr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EF930692-A763-BC4B-B840-55C4B3424A3F}"/>
              </a:ext>
            </a:extLst>
          </p:cNvPr>
          <p:cNvSpPr txBox="1">
            <a:spLocks/>
          </p:cNvSpPr>
          <p:nvPr userDrawn="1"/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2" name="Platshållare för text 12">
            <a:extLst>
              <a:ext uri="{FF2B5EF4-FFF2-40B4-BE49-F238E27FC236}">
                <a16:creationId xmlns:a16="http://schemas.microsoft.com/office/drawing/2014/main" id="{C89830AD-6599-6D5F-8CD1-C679A86C4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4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Titel på presentationen här</a:t>
            </a:r>
          </a:p>
        </p:txBody>
      </p:sp>
    </p:spTree>
    <p:extLst>
      <p:ext uri="{BB962C8B-B14F-4D97-AF65-F5344CB8AC3E}">
        <p14:creationId xmlns:p14="http://schemas.microsoft.com/office/powerpoint/2010/main" val="283427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ida grö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96737602-84F9-8CEC-923C-7AF1C8B7EE35}"/>
              </a:ext>
            </a:extLst>
          </p:cNvPr>
          <p:cNvSpPr txBox="1">
            <a:spLocks/>
          </p:cNvSpPr>
          <p:nvPr userDrawn="1"/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ctr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BF022868-39D6-CA35-5BF9-394D45533CB0}"/>
              </a:ext>
            </a:extLst>
          </p:cNvPr>
          <p:cNvSpPr txBox="1">
            <a:spLocks/>
          </p:cNvSpPr>
          <p:nvPr userDrawn="1"/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2" name="Platshållare för text 12">
            <a:extLst>
              <a:ext uri="{FF2B5EF4-FFF2-40B4-BE49-F238E27FC236}">
                <a16:creationId xmlns:a16="http://schemas.microsoft.com/office/drawing/2014/main" id="{CF707B6F-FD75-AE4B-C1B0-EABF648B8C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4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Titel på presentationen här</a:t>
            </a:r>
          </a:p>
        </p:txBody>
      </p:sp>
    </p:spTree>
    <p:extLst>
      <p:ext uri="{BB962C8B-B14F-4D97-AF65-F5344CB8AC3E}">
        <p14:creationId xmlns:p14="http://schemas.microsoft.com/office/powerpoint/2010/main" val="1143024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ida v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ildobjekt 22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91A6EFEF-DDBA-ADEF-89F4-BB2BCD1658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07806" y="413792"/>
            <a:ext cx="1688400" cy="818618"/>
          </a:xfrm>
          <a:prstGeom prst="rect">
            <a:avLst/>
          </a:prstGeom>
        </p:spPr>
      </p:pic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sp>
        <p:nvSpPr>
          <p:cNvPr id="9" name="Platshållare för sidfot 4">
            <a:extLst>
              <a:ext uri="{FF2B5EF4-FFF2-40B4-BE49-F238E27FC236}">
                <a16:creationId xmlns:a16="http://schemas.microsoft.com/office/drawing/2014/main" id="{89A68CF9-7D9A-A2F9-726A-7F637C3A360E}"/>
              </a:ext>
            </a:extLst>
          </p:cNvPr>
          <p:cNvSpPr txBox="1">
            <a:spLocks/>
          </p:cNvSpPr>
          <p:nvPr userDrawn="1"/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ctr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787FE0-54BD-6940-860C-C2D6FB51E299}" type="slidenum">
              <a:rPr lang="sv-SE" smtClean="0">
                <a:solidFill>
                  <a:schemeClr val="tx2">
                    <a:lumMod val="75000"/>
                  </a:schemeClr>
                </a:solidFill>
              </a:rPr>
              <a:pPr/>
              <a:t>‹#›</a:t>
            </a:fld>
            <a:endParaRPr lang="sv-S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D62804CB-9BA0-1546-FB70-3F0A76CCCC52}"/>
              </a:ext>
            </a:extLst>
          </p:cNvPr>
          <p:cNvSpPr txBox="1">
            <a:spLocks/>
          </p:cNvSpPr>
          <p:nvPr userDrawn="1"/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BA5F4C-52BF-EF48-AF1F-27710B52066C}" type="datetime1">
              <a:rPr lang="sv-SE" smtClean="0">
                <a:solidFill>
                  <a:schemeClr val="tx2">
                    <a:lumMod val="75000"/>
                  </a:schemeClr>
                </a:solidFill>
              </a:rPr>
              <a:pPr/>
              <a:t>2026-10-16</a:t>
            </a:fld>
            <a:endParaRPr lang="sv-S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Platshållare för text 12">
            <a:extLst>
              <a:ext uri="{FF2B5EF4-FFF2-40B4-BE49-F238E27FC236}">
                <a16:creationId xmlns:a16="http://schemas.microsoft.com/office/drawing/2014/main" id="{77DD417C-2EF2-9A7A-97CE-0000DCE35F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400">
                <a:solidFill>
                  <a:schemeClr val="tx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Titel på presentationen här</a:t>
            </a:r>
          </a:p>
        </p:txBody>
      </p:sp>
    </p:spTree>
    <p:extLst>
      <p:ext uri="{BB962C8B-B14F-4D97-AF65-F5344CB8AC3E}">
        <p14:creationId xmlns:p14="http://schemas.microsoft.com/office/powerpoint/2010/main" val="813275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Agenda rö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33334" y="1836174"/>
            <a:ext cx="3227109" cy="2205628"/>
          </a:xfrm>
        </p:spPr>
        <p:txBody>
          <a:bodyPr>
            <a:normAutofit/>
          </a:bodyPr>
          <a:lstStyle>
            <a:lvl1pPr marL="266700" indent="-266700" algn="l">
              <a:buFont typeface="Arial" panose="020B0604020202020204" pitchFamily="34" charset="0"/>
              <a:buChar char="•"/>
              <a:tabLst/>
              <a:defRPr sz="1200">
                <a:solidFill>
                  <a:schemeClr val="bg1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marL="271463" indent="-271463"/>
            <a:r>
              <a:rPr lang="sv-SE" dirty="0"/>
              <a:t>Intro</a:t>
            </a:r>
          </a:p>
          <a:p>
            <a:pPr marL="271463" indent="-271463"/>
            <a:r>
              <a:rPr lang="sv-SE" dirty="0"/>
              <a:t>Bakgrund</a:t>
            </a:r>
          </a:p>
          <a:p>
            <a:pPr marL="271463" indent="-271463"/>
            <a:r>
              <a:rPr lang="sv-SE" dirty="0"/>
              <a:t>Framtidsplan</a:t>
            </a:r>
          </a:p>
          <a:p>
            <a:pPr marL="271463" indent="-271463"/>
            <a:r>
              <a:rPr lang="sv-SE" dirty="0"/>
              <a:t>Hållbarhet</a:t>
            </a:r>
          </a:p>
          <a:p>
            <a:pPr marL="271463" indent="-271463"/>
            <a:r>
              <a:rPr lang="sv-SE" dirty="0"/>
              <a:t>Frågor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1"/>
                </a:solidFill>
              </a:defRPr>
            </a:lvl1pPr>
          </a:lstStyle>
          <a:p>
            <a:fld id="{2FBA5F4C-52BF-EF48-AF1F-27710B52066C}" type="datetime1">
              <a:rPr lang="sv-SE" smtClean="0"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E6229D68-EED9-EDA2-76B1-981B4771F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7" name="Platshållare för text 10">
            <a:extLst>
              <a:ext uri="{FF2B5EF4-FFF2-40B4-BE49-F238E27FC236}">
                <a16:creationId xmlns:a16="http://schemas.microsoft.com/office/drawing/2014/main" id="{F271DC29-F9DB-80D3-B758-26BFDCC8AA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0831" y="1980000"/>
            <a:ext cx="2595600" cy="759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Agenda</a:t>
            </a:r>
          </a:p>
        </p:txBody>
      </p:sp>
      <p:sp>
        <p:nvSpPr>
          <p:cNvPr id="6" name="Platshållare för SmartArt 11">
            <a:extLst>
              <a:ext uri="{FF2B5EF4-FFF2-40B4-BE49-F238E27FC236}">
                <a16:creationId xmlns:a16="http://schemas.microsoft.com/office/drawing/2014/main" id="{1E99CBBE-BC4A-CB01-E702-61BCF9B978BF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65290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genda bei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33334" y="1836174"/>
            <a:ext cx="3227109" cy="2205628"/>
          </a:xfrm>
        </p:spPr>
        <p:txBody>
          <a:bodyPr>
            <a:normAutofit/>
          </a:bodyPr>
          <a:lstStyle>
            <a:lvl1pPr marL="266700" indent="-266700" algn="l">
              <a:buFont typeface="Arial" panose="020B0604020202020204" pitchFamily="34" charset="0"/>
              <a:buChar char="•"/>
              <a:tabLst/>
              <a:defRPr sz="1200">
                <a:solidFill>
                  <a:schemeClr val="tx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marL="271463" indent="-271463"/>
            <a:r>
              <a:rPr lang="sv-SE" dirty="0"/>
              <a:t>Intro</a:t>
            </a:r>
          </a:p>
          <a:p>
            <a:pPr marL="271463" indent="-271463"/>
            <a:r>
              <a:rPr lang="sv-SE" dirty="0"/>
              <a:t>Bakgrund</a:t>
            </a:r>
          </a:p>
          <a:p>
            <a:pPr marL="271463" indent="-271463"/>
            <a:r>
              <a:rPr lang="sv-SE" dirty="0"/>
              <a:t>Framtidsplan</a:t>
            </a:r>
          </a:p>
          <a:p>
            <a:pPr marL="271463" indent="-271463"/>
            <a:r>
              <a:rPr lang="sv-SE" dirty="0"/>
              <a:t>Hållbarhet</a:t>
            </a:r>
          </a:p>
          <a:p>
            <a:pPr marL="271463" indent="-271463"/>
            <a:r>
              <a:rPr lang="sv-SE" dirty="0"/>
              <a:t>Frågor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Platshållare för text 10">
            <a:extLst>
              <a:ext uri="{FF2B5EF4-FFF2-40B4-BE49-F238E27FC236}">
                <a16:creationId xmlns:a16="http://schemas.microsoft.com/office/drawing/2014/main" id="{BF9BBC27-24EE-B527-00D2-893CAE2E4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0831" y="1980000"/>
            <a:ext cx="2595600" cy="759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Agenda</a:t>
            </a:r>
          </a:p>
        </p:txBody>
      </p:sp>
      <p:sp>
        <p:nvSpPr>
          <p:cNvPr id="6" name="Platshållare för SmartArt 11">
            <a:extLst>
              <a:ext uri="{FF2B5EF4-FFF2-40B4-BE49-F238E27FC236}">
                <a16:creationId xmlns:a16="http://schemas.microsoft.com/office/drawing/2014/main" id="{127523D1-525E-0B39-50AC-4A2054C3C111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8144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Agenda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33334" y="1836174"/>
            <a:ext cx="3227109" cy="2205628"/>
          </a:xfrm>
        </p:spPr>
        <p:txBody>
          <a:bodyPr>
            <a:normAutofit/>
          </a:bodyPr>
          <a:lstStyle>
            <a:lvl1pPr marL="266700" indent="-266700" algn="l">
              <a:buFont typeface="Arial" panose="020B0604020202020204" pitchFamily="34" charset="0"/>
              <a:buChar char="•"/>
              <a:tabLst/>
              <a:defRPr sz="1200">
                <a:solidFill>
                  <a:schemeClr val="bg1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marL="271463" indent="-271463"/>
            <a:r>
              <a:rPr lang="sv-SE" dirty="0"/>
              <a:t>Intro</a:t>
            </a:r>
          </a:p>
          <a:p>
            <a:pPr marL="271463" indent="-271463"/>
            <a:r>
              <a:rPr lang="sv-SE" dirty="0"/>
              <a:t>Bakgrund</a:t>
            </a:r>
          </a:p>
          <a:p>
            <a:pPr marL="271463" indent="-271463"/>
            <a:r>
              <a:rPr lang="sv-SE" dirty="0"/>
              <a:t>Framtidsplan</a:t>
            </a:r>
          </a:p>
          <a:p>
            <a:pPr marL="271463" indent="-271463"/>
            <a:r>
              <a:rPr lang="sv-SE" dirty="0"/>
              <a:t>Hållbarhet</a:t>
            </a:r>
          </a:p>
          <a:p>
            <a:pPr marL="271463" indent="-271463"/>
            <a:r>
              <a:rPr lang="sv-SE" dirty="0"/>
              <a:t>Frågor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1"/>
                </a:solidFill>
              </a:defRPr>
            </a:lvl1pPr>
          </a:lstStyle>
          <a:p>
            <a:fld id="{2FBA5F4C-52BF-EF48-AF1F-27710B52066C}" type="datetime1">
              <a:rPr lang="sv-SE" smtClean="0"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E6229D68-EED9-EDA2-76B1-981B4771F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196FBC9F-2B2B-3E73-1874-801878DB65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0831" y="1980000"/>
            <a:ext cx="2595600" cy="759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Agenda</a:t>
            </a:r>
          </a:p>
        </p:txBody>
      </p:sp>
      <p:sp>
        <p:nvSpPr>
          <p:cNvPr id="2" name="Platshållare för SmartArt 11">
            <a:extLst>
              <a:ext uri="{FF2B5EF4-FFF2-40B4-BE49-F238E27FC236}">
                <a16:creationId xmlns:a16="http://schemas.microsoft.com/office/drawing/2014/main" id="{DFBDEE67-7140-60D3-123F-2BC54CE419A3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178863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genda vi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33334" y="1836174"/>
            <a:ext cx="3227109" cy="2205628"/>
          </a:xfrm>
        </p:spPr>
        <p:txBody>
          <a:bodyPr>
            <a:normAutofit/>
          </a:bodyPr>
          <a:lstStyle>
            <a:lvl1pPr marL="266700" indent="-266700" algn="l">
              <a:buFont typeface="Arial" panose="020B0604020202020204" pitchFamily="34" charset="0"/>
              <a:buChar char="•"/>
              <a:tabLst/>
              <a:defRPr sz="1200">
                <a:solidFill>
                  <a:schemeClr val="tx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marL="271463" indent="-271463"/>
            <a:r>
              <a:rPr lang="sv-SE" dirty="0"/>
              <a:t>Intro</a:t>
            </a:r>
          </a:p>
          <a:p>
            <a:pPr marL="271463" indent="-271463"/>
            <a:r>
              <a:rPr lang="sv-SE" dirty="0"/>
              <a:t>Bakgrund</a:t>
            </a:r>
          </a:p>
          <a:p>
            <a:pPr marL="271463" indent="-271463"/>
            <a:r>
              <a:rPr lang="sv-SE" dirty="0"/>
              <a:t>Framtidsplan</a:t>
            </a:r>
          </a:p>
          <a:p>
            <a:pPr marL="271463" indent="-271463"/>
            <a:r>
              <a:rPr lang="sv-SE" dirty="0"/>
              <a:t>Hållbarhet</a:t>
            </a:r>
          </a:p>
          <a:p>
            <a:pPr marL="271463" indent="-271463"/>
            <a:r>
              <a:rPr lang="sv-SE" dirty="0"/>
              <a:t>Frågor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Platshållare för text 10">
            <a:extLst>
              <a:ext uri="{FF2B5EF4-FFF2-40B4-BE49-F238E27FC236}">
                <a16:creationId xmlns:a16="http://schemas.microsoft.com/office/drawing/2014/main" id="{FD90E9E6-0F0A-16D1-29D0-A0F44AC43C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0831" y="1980000"/>
            <a:ext cx="2595600" cy="759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Agenda</a:t>
            </a:r>
          </a:p>
        </p:txBody>
      </p:sp>
      <p:sp>
        <p:nvSpPr>
          <p:cNvPr id="2" name="Platshållare för SmartArt 11">
            <a:extLst>
              <a:ext uri="{FF2B5EF4-FFF2-40B4-BE49-F238E27FC236}">
                <a16:creationId xmlns:a16="http://schemas.microsoft.com/office/drawing/2014/main" id="{553258D8-D1C8-F0A3-8233-5418F95B1AC4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13243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Agenda large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3556" y="1836174"/>
            <a:ext cx="2160000" cy="2205628"/>
          </a:xfrm>
        </p:spPr>
        <p:txBody>
          <a:bodyPr>
            <a:normAutofit/>
          </a:bodyPr>
          <a:lstStyle>
            <a:lvl1pPr marL="266700" indent="-266700" algn="l">
              <a:buFont typeface="Arial" panose="020B0604020202020204" pitchFamily="34" charset="0"/>
              <a:buChar char="•"/>
              <a:tabLst/>
              <a:defRPr sz="1200">
                <a:solidFill>
                  <a:schemeClr val="bg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marL="271463" indent="-271463"/>
            <a:r>
              <a:rPr lang="sv-SE" dirty="0"/>
              <a:t>Intro</a:t>
            </a:r>
          </a:p>
          <a:p>
            <a:pPr marL="271463" indent="-271463"/>
            <a:r>
              <a:rPr lang="sv-SE" dirty="0"/>
              <a:t>Bakgrund</a:t>
            </a:r>
          </a:p>
          <a:p>
            <a:pPr marL="271463" indent="-271463"/>
            <a:r>
              <a:rPr lang="sv-SE" dirty="0"/>
              <a:t>Framtidsplan</a:t>
            </a:r>
          </a:p>
          <a:p>
            <a:pPr marL="271463" indent="-271463"/>
            <a:r>
              <a:rPr lang="sv-SE" dirty="0"/>
              <a:t>Hållbarhet</a:t>
            </a:r>
          </a:p>
          <a:p>
            <a:pPr marL="271463" indent="-271463"/>
            <a:r>
              <a:rPr lang="sv-SE" dirty="0"/>
              <a:t>Frågor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6619C937-98EF-3938-00FA-AC3960609F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8513" y="1836738"/>
            <a:ext cx="2160000" cy="220503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</a:lstStyle>
          <a:p>
            <a:pPr marL="271463" indent="-271463"/>
            <a:r>
              <a:rPr lang="sv-SE" sz="1200" dirty="0"/>
              <a:t>Intro</a:t>
            </a:r>
          </a:p>
          <a:p>
            <a:pPr marL="271463" indent="-271463"/>
            <a:r>
              <a:rPr lang="sv-SE" sz="1200" dirty="0"/>
              <a:t>Bakgrund</a:t>
            </a:r>
          </a:p>
          <a:p>
            <a:pPr marL="271463" indent="-271463"/>
            <a:r>
              <a:rPr lang="sv-SE" sz="1200" dirty="0"/>
              <a:t>Framtidsplan</a:t>
            </a:r>
          </a:p>
          <a:p>
            <a:pPr marL="271463" indent="-271463"/>
            <a:r>
              <a:rPr lang="sv-SE" sz="1200" dirty="0"/>
              <a:t>Hållbarhet</a:t>
            </a:r>
          </a:p>
          <a:p>
            <a:pPr marL="271463" indent="-271463"/>
            <a:r>
              <a:rPr lang="sv-SE" sz="1200" dirty="0"/>
              <a:t>Frågor</a:t>
            </a:r>
            <a:endParaRPr lang="sv-SE" dirty="0"/>
          </a:p>
        </p:txBody>
      </p:sp>
      <p:sp>
        <p:nvSpPr>
          <p:cNvPr id="17" name="Platshållare för text 16">
            <a:extLst>
              <a:ext uri="{FF2B5EF4-FFF2-40B4-BE49-F238E27FC236}">
                <a16:creationId xmlns:a16="http://schemas.microsoft.com/office/drawing/2014/main" id="{2BB42FC3-A888-E853-E684-848B24544E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27700" y="1836738"/>
            <a:ext cx="2160000" cy="2205037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271463" indent="-271463"/>
            <a:r>
              <a:rPr lang="sv-SE" sz="1200" dirty="0"/>
              <a:t>Intro</a:t>
            </a:r>
          </a:p>
          <a:p>
            <a:pPr marL="271463" indent="-271463"/>
            <a:r>
              <a:rPr lang="sv-SE" sz="1200" dirty="0"/>
              <a:t>Bakgrund</a:t>
            </a:r>
          </a:p>
          <a:p>
            <a:pPr marL="271463" indent="-271463"/>
            <a:r>
              <a:rPr lang="sv-SE" sz="1200" dirty="0"/>
              <a:t>Framtidsplan</a:t>
            </a:r>
          </a:p>
          <a:p>
            <a:pPr marL="271463" indent="-271463"/>
            <a:r>
              <a:rPr lang="sv-SE" sz="1200" dirty="0"/>
              <a:t>Hållbarhet</a:t>
            </a:r>
          </a:p>
          <a:p>
            <a:pPr marL="271463" indent="-271463"/>
            <a:r>
              <a:rPr lang="sv-SE" sz="1200" dirty="0"/>
              <a:t>Frågor</a:t>
            </a:r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EC7DECF6-133E-6FA7-BC08-531791BE50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6" name="Platshållare för text 10">
            <a:extLst>
              <a:ext uri="{FF2B5EF4-FFF2-40B4-BE49-F238E27FC236}">
                <a16:creationId xmlns:a16="http://schemas.microsoft.com/office/drawing/2014/main" id="{9BF0DDAA-C377-932A-7370-0D8296FBE6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4200" y="464400"/>
            <a:ext cx="2595600" cy="759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Agenda</a:t>
            </a:r>
          </a:p>
        </p:txBody>
      </p:sp>
      <p:sp>
        <p:nvSpPr>
          <p:cNvPr id="2" name="Platshållare för SmartArt 11">
            <a:extLst>
              <a:ext uri="{FF2B5EF4-FFF2-40B4-BE49-F238E27FC236}">
                <a16:creationId xmlns:a16="http://schemas.microsoft.com/office/drawing/2014/main" id="{D03AE0F8-AD28-E41D-85BB-9861D491781D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188737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Agenda large rö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1"/>
                </a:solidFill>
              </a:defRPr>
            </a:lvl1pPr>
          </a:lstStyle>
          <a:p>
            <a:fld id="{2FBA5F4C-52BF-EF48-AF1F-27710B52066C}" type="datetime1">
              <a:rPr lang="sv-SE" smtClean="0"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E6229D68-EED9-EDA2-76B1-981B4771F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6" name="Underrubrik 2">
            <a:extLst>
              <a:ext uri="{FF2B5EF4-FFF2-40B4-BE49-F238E27FC236}">
                <a16:creationId xmlns:a16="http://schemas.microsoft.com/office/drawing/2014/main" id="{7AE5F36C-FDA9-CFAB-3AFA-811B0825C8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3556" y="1836174"/>
            <a:ext cx="2160000" cy="2205628"/>
          </a:xfrm>
        </p:spPr>
        <p:txBody>
          <a:bodyPr>
            <a:normAutofit/>
          </a:bodyPr>
          <a:lstStyle>
            <a:lvl1pPr marL="266700" indent="-266700" algn="l">
              <a:buFont typeface="Arial" panose="020B0604020202020204" pitchFamily="34" charset="0"/>
              <a:buChar char="•"/>
              <a:tabLst/>
              <a:defRPr sz="1200">
                <a:solidFill>
                  <a:schemeClr val="bg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marL="271463" indent="-271463"/>
            <a:r>
              <a:rPr lang="sv-SE" dirty="0"/>
              <a:t>Intro</a:t>
            </a:r>
          </a:p>
          <a:p>
            <a:pPr marL="271463" indent="-271463"/>
            <a:r>
              <a:rPr lang="sv-SE" dirty="0"/>
              <a:t>Bakgrund</a:t>
            </a:r>
          </a:p>
          <a:p>
            <a:pPr marL="271463" indent="-271463"/>
            <a:r>
              <a:rPr lang="sv-SE" dirty="0"/>
              <a:t>Framtidsplan</a:t>
            </a:r>
          </a:p>
          <a:p>
            <a:pPr marL="271463" indent="-271463"/>
            <a:r>
              <a:rPr lang="sv-SE" dirty="0"/>
              <a:t>Hållbarhet</a:t>
            </a:r>
          </a:p>
          <a:p>
            <a:pPr marL="271463" indent="-271463"/>
            <a:r>
              <a:rPr lang="sv-SE" dirty="0"/>
              <a:t>Frågor</a:t>
            </a:r>
          </a:p>
        </p:txBody>
      </p:sp>
      <p:sp>
        <p:nvSpPr>
          <p:cNvPr id="8" name="Platshållare för text 9">
            <a:extLst>
              <a:ext uri="{FF2B5EF4-FFF2-40B4-BE49-F238E27FC236}">
                <a16:creationId xmlns:a16="http://schemas.microsoft.com/office/drawing/2014/main" id="{D7341E80-3F86-5A19-0994-4527156C10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8513" y="1836738"/>
            <a:ext cx="2160000" cy="220503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</a:lstStyle>
          <a:p>
            <a:pPr marL="271463" indent="-271463"/>
            <a:r>
              <a:rPr lang="sv-SE" sz="1200" dirty="0"/>
              <a:t>Intro</a:t>
            </a:r>
          </a:p>
          <a:p>
            <a:pPr marL="271463" indent="-271463"/>
            <a:r>
              <a:rPr lang="sv-SE" sz="1200" dirty="0"/>
              <a:t>Bakgrund</a:t>
            </a:r>
          </a:p>
          <a:p>
            <a:pPr marL="271463" indent="-271463"/>
            <a:r>
              <a:rPr lang="sv-SE" sz="1200" dirty="0"/>
              <a:t>Framtidsplan</a:t>
            </a:r>
          </a:p>
          <a:p>
            <a:pPr marL="271463" indent="-271463"/>
            <a:r>
              <a:rPr lang="sv-SE" sz="1200" dirty="0"/>
              <a:t>Hållbarhet</a:t>
            </a:r>
          </a:p>
          <a:p>
            <a:pPr marL="271463" indent="-271463"/>
            <a:r>
              <a:rPr lang="sv-SE" sz="1200" dirty="0"/>
              <a:t>Frågor</a:t>
            </a:r>
            <a:endParaRPr lang="sv-SE" dirty="0"/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C5DF14A4-E444-39FF-AD6D-D08D2D790A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27700" y="1836738"/>
            <a:ext cx="2160000" cy="2205037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271463" indent="-271463"/>
            <a:r>
              <a:rPr lang="sv-SE" sz="1200" dirty="0"/>
              <a:t>Intro</a:t>
            </a:r>
          </a:p>
          <a:p>
            <a:pPr marL="271463" indent="-271463"/>
            <a:r>
              <a:rPr lang="sv-SE" sz="1200" dirty="0"/>
              <a:t>Bakgrund</a:t>
            </a:r>
          </a:p>
          <a:p>
            <a:pPr marL="271463" indent="-271463"/>
            <a:r>
              <a:rPr lang="sv-SE" sz="1200" dirty="0"/>
              <a:t>Framtidsplan</a:t>
            </a:r>
          </a:p>
          <a:p>
            <a:pPr marL="271463" indent="-271463"/>
            <a:r>
              <a:rPr lang="sv-SE" sz="1200" dirty="0"/>
              <a:t>Hållbarhet</a:t>
            </a:r>
          </a:p>
          <a:p>
            <a:pPr marL="271463" indent="-271463"/>
            <a:r>
              <a:rPr lang="sv-SE" sz="1200" dirty="0"/>
              <a:t>Frågor</a:t>
            </a:r>
            <a:endParaRPr lang="sv-SE" dirty="0"/>
          </a:p>
        </p:txBody>
      </p:sp>
      <p:sp>
        <p:nvSpPr>
          <p:cNvPr id="2" name="Platshållare för text 10">
            <a:extLst>
              <a:ext uri="{FF2B5EF4-FFF2-40B4-BE49-F238E27FC236}">
                <a16:creationId xmlns:a16="http://schemas.microsoft.com/office/drawing/2014/main" id="{0205F970-43B3-1053-3DF6-2B93FC1C0C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4200" y="464400"/>
            <a:ext cx="2595600" cy="759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Agenda</a:t>
            </a:r>
          </a:p>
        </p:txBody>
      </p:sp>
      <p:sp>
        <p:nvSpPr>
          <p:cNvPr id="7" name="Platshållare för SmartArt 11">
            <a:extLst>
              <a:ext uri="{FF2B5EF4-FFF2-40B4-BE49-F238E27FC236}">
                <a16:creationId xmlns:a16="http://schemas.microsoft.com/office/drawing/2014/main" id="{24C55117-0B67-30EB-BC86-2A46C3B61C05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17886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genda large bei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Underrubrik 2">
            <a:extLst>
              <a:ext uri="{FF2B5EF4-FFF2-40B4-BE49-F238E27FC236}">
                <a16:creationId xmlns:a16="http://schemas.microsoft.com/office/drawing/2014/main" id="{C1A280CB-375F-C0FE-D1D4-18737C7FB0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3556" y="1836174"/>
            <a:ext cx="2160000" cy="2205628"/>
          </a:xfrm>
        </p:spPr>
        <p:txBody>
          <a:bodyPr>
            <a:normAutofit/>
          </a:bodyPr>
          <a:lstStyle>
            <a:lvl1pPr marL="266700" indent="-266700" algn="l"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marL="271463" indent="-271463"/>
            <a:r>
              <a:rPr lang="sv-SE" dirty="0"/>
              <a:t>Intro</a:t>
            </a:r>
          </a:p>
          <a:p>
            <a:pPr marL="271463" indent="-271463"/>
            <a:r>
              <a:rPr lang="sv-SE" dirty="0"/>
              <a:t>Bakgrund</a:t>
            </a:r>
          </a:p>
          <a:p>
            <a:pPr marL="271463" indent="-271463"/>
            <a:r>
              <a:rPr lang="sv-SE" dirty="0"/>
              <a:t>Framtidsplan</a:t>
            </a:r>
          </a:p>
          <a:p>
            <a:pPr marL="271463" indent="-271463"/>
            <a:r>
              <a:rPr lang="sv-SE" dirty="0"/>
              <a:t>Hållbarhet</a:t>
            </a:r>
          </a:p>
          <a:p>
            <a:pPr marL="271463" indent="-271463"/>
            <a:r>
              <a:rPr lang="sv-SE" dirty="0"/>
              <a:t>Frågor</a:t>
            </a:r>
          </a:p>
        </p:txBody>
      </p:sp>
      <p:sp>
        <p:nvSpPr>
          <p:cNvPr id="8" name="Platshållare för text 9">
            <a:extLst>
              <a:ext uri="{FF2B5EF4-FFF2-40B4-BE49-F238E27FC236}">
                <a16:creationId xmlns:a16="http://schemas.microsoft.com/office/drawing/2014/main" id="{169D3BF9-B050-DF4C-0D5A-F26D06CF95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8513" y="1836738"/>
            <a:ext cx="2160000" cy="220503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271463" indent="-271463"/>
            <a:r>
              <a:rPr lang="sv-SE" sz="1200" dirty="0"/>
              <a:t>Intro</a:t>
            </a:r>
          </a:p>
          <a:p>
            <a:pPr marL="271463" indent="-271463"/>
            <a:r>
              <a:rPr lang="sv-SE" sz="1200" dirty="0"/>
              <a:t>Bakgrund</a:t>
            </a:r>
          </a:p>
          <a:p>
            <a:pPr marL="271463" indent="-271463"/>
            <a:r>
              <a:rPr lang="sv-SE" sz="1200" dirty="0"/>
              <a:t>Framtidsplan</a:t>
            </a:r>
          </a:p>
          <a:p>
            <a:pPr marL="271463" indent="-271463"/>
            <a:r>
              <a:rPr lang="sv-SE" sz="1200" dirty="0"/>
              <a:t>Hållbarhet</a:t>
            </a:r>
          </a:p>
          <a:p>
            <a:pPr marL="271463" indent="-271463"/>
            <a:r>
              <a:rPr lang="sv-SE" sz="1200" dirty="0"/>
              <a:t>Frågor</a:t>
            </a:r>
            <a:endParaRPr lang="sv-SE" dirty="0"/>
          </a:p>
        </p:txBody>
      </p:sp>
      <p:sp>
        <p:nvSpPr>
          <p:cNvPr id="10" name="Platshållare för text 16">
            <a:extLst>
              <a:ext uri="{FF2B5EF4-FFF2-40B4-BE49-F238E27FC236}">
                <a16:creationId xmlns:a16="http://schemas.microsoft.com/office/drawing/2014/main" id="{8A777029-140D-F637-FF39-D33E5745BA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27700" y="1836738"/>
            <a:ext cx="2160000" cy="2205037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271463" indent="-271463"/>
            <a:r>
              <a:rPr lang="sv-SE" sz="1200" dirty="0"/>
              <a:t>Intro</a:t>
            </a:r>
          </a:p>
          <a:p>
            <a:pPr marL="271463" indent="-271463"/>
            <a:r>
              <a:rPr lang="sv-SE" sz="1200" dirty="0"/>
              <a:t>Bakgrund</a:t>
            </a:r>
          </a:p>
          <a:p>
            <a:pPr marL="271463" indent="-271463"/>
            <a:r>
              <a:rPr lang="sv-SE" sz="1200" dirty="0"/>
              <a:t>Framtidsplan</a:t>
            </a:r>
          </a:p>
          <a:p>
            <a:pPr marL="271463" indent="-271463"/>
            <a:r>
              <a:rPr lang="sv-SE" sz="1200" dirty="0"/>
              <a:t>Hållbarhet</a:t>
            </a:r>
          </a:p>
          <a:p>
            <a:pPr marL="271463" indent="-271463"/>
            <a:r>
              <a:rPr lang="sv-SE" sz="1200" dirty="0"/>
              <a:t>Frågor</a:t>
            </a:r>
            <a:endParaRPr lang="sv-SE" dirty="0"/>
          </a:p>
        </p:txBody>
      </p:sp>
      <p:sp>
        <p:nvSpPr>
          <p:cNvPr id="3" name="Platshållare för text 10">
            <a:extLst>
              <a:ext uri="{FF2B5EF4-FFF2-40B4-BE49-F238E27FC236}">
                <a16:creationId xmlns:a16="http://schemas.microsoft.com/office/drawing/2014/main" id="{AF59B73D-DB84-DCC4-C0E3-2D56F89E0F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4200" y="464400"/>
            <a:ext cx="2595600" cy="759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Agenda</a:t>
            </a:r>
          </a:p>
        </p:txBody>
      </p:sp>
      <p:sp>
        <p:nvSpPr>
          <p:cNvPr id="7" name="Platshållare för SmartArt 11">
            <a:extLst>
              <a:ext uri="{FF2B5EF4-FFF2-40B4-BE49-F238E27FC236}">
                <a16:creationId xmlns:a16="http://schemas.microsoft.com/office/drawing/2014/main" id="{D18D494C-7BAB-588F-F2E7-64D0B71BCBFE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70973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genda vit 3-spal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3556" y="1836174"/>
            <a:ext cx="2160000" cy="2205628"/>
          </a:xfrm>
        </p:spPr>
        <p:txBody>
          <a:bodyPr>
            <a:normAutofit/>
          </a:bodyPr>
          <a:lstStyle>
            <a:lvl1pPr marL="266700" indent="-266700" algn="l">
              <a:buFont typeface="Arial" panose="020B0604020202020204" pitchFamily="34" charset="0"/>
              <a:buChar char="•"/>
              <a:tabLst/>
              <a:defRPr sz="1200">
                <a:solidFill>
                  <a:schemeClr val="tx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marL="271463" indent="-271463"/>
            <a:r>
              <a:rPr lang="sv-SE" dirty="0"/>
              <a:t>Intro</a:t>
            </a:r>
          </a:p>
          <a:p>
            <a:pPr marL="271463" indent="-271463"/>
            <a:r>
              <a:rPr lang="sv-SE" dirty="0"/>
              <a:t>Bakgrund</a:t>
            </a:r>
          </a:p>
          <a:p>
            <a:pPr marL="271463" indent="-271463"/>
            <a:r>
              <a:rPr lang="sv-SE" dirty="0"/>
              <a:t>Framtidsplan</a:t>
            </a:r>
          </a:p>
          <a:p>
            <a:pPr marL="271463" indent="-271463"/>
            <a:r>
              <a:rPr lang="sv-SE" dirty="0"/>
              <a:t>Hållbarhet</a:t>
            </a:r>
          </a:p>
          <a:p>
            <a:pPr marL="271463" indent="-271463"/>
            <a:r>
              <a:rPr lang="sv-SE" dirty="0"/>
              <a:t>Frågor</a:t>
            </a:r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6619C937-98EF-3938-00FA-AC3960609F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38513" y="1836738"/>
            <a:ext cx="2160000" cy="220503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1200"/>
            </a:lvl1pPr>
          </a:lstStyle>
          <a:p>
            <a:pPr marL="271463" indent="-271463"/>
            <a:r>
              <a:rPr lang="sv-SE" sz="1200" dirty="0"/>
              <a:t>Intro</a:t>
            </a:r>
          </a:p>
          <a:p>
            <a:pPr marL="271463" indent="-271463"/>
            <a:r>
              <a:rPr lang="sv-SE" sz="1200" dirty="0"/>
              <a:t>Bakgrund</a:t>
            </a:r>
          </a:p>
          <a:p>
            <a:pPr marL="271463" indent="-271463"/>
            <a:r>
              <a:rPr lang="sv-SE" sz="1200" dirty="0"/>
              <a:t>Framtidsplan</a:t>
            </a:r>
          </a:p>
          <a:p>
            <a:pPr marL="271463" indent="-271463"/>
            <a:r>
              <a:rPr lang="sv-SE" sz="1200" dirty="0"/>
              <a:t>Hållbarhet</a:t>
            </a:r>
          </a:p>
          <a:p>
            <a:pPr marL="271463" indent="-271463"/>
            <a:r>
              <a:rPr lang="sv-SE" sz="1200" dirty="0"/>
              <a:t>Frågor</a:t>
            </a:r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  <a:p>
            <a:pPr marL="271463" indent="-271463"/>
            <a:endParaRPr lang="sv-SE" dirty="0"/>
          </a:p>
        </p:txBody>
      </p:sp>
      <p:sp>
        <p:nvSpPr>
          <p:cNvPr id="17" name="Platshållare för text 16">
            <a:extLst>
              <a:ext uri="{FF2B5EF4-FFF2-40B4-BE49-F238E27FC236}">
                <a16:creationId xmlns:a16="http://schemas.microsoft.com/office/drawing/2014/main" id="{2BB42FC3-A888-E853-E684-848B24544E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27700" y="1836738"/>
            <a:ext cx="2160000" cy="2205037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271463" indent="-271463"/>
            <a:r>
              <a:rPr lang="sv-SE" sz="1200" dirty="0"/>
              <a:t>Intro</a:t>
            </a:r>
          </a:p>
          <a:p>
            <a:pPr marL="271463" indent="-271463"/>
            <a:r>
              <a:rPr lang="sv-SE" sz="1200" dirty="0"/>
              <a:t>Bakgrund</a:t>
            </a:r>
          </a:p>
          <a:p>
            <a:pPr marL="271463" indent="-271463"/>
            <a:r>
              <a:rPr lang="sv-SE" sz="1200" dirty="0"/>
              <a:t>Framtidsplan</a:t>
            </a:r>
          </a:p>
          <a:p>
            <a:pPr marL="271463" indent="-271463"/>
            <a:r>
              <a:rPr lang="sv-SE" sz="1200" dirty="0"/>
              <a:t>Hållbarhet</a:t>
            </a:r>
          </a:p>
          <a:p>
            <a:pPr marL="271463" indent="-271463"/>
            <a:r>
              <a:rPr lang="sv-SE" sz="1200" dirty="0"/>
              <a:t>Frågor</a:t>
            </a:r>
            <a:endParaRPr lang="sv-SE" dirty="0"/>
          </a:p>
        </p:txBody>
      </p:sp>
      <p:sp>
        <p:nvSpPr>
          <p:cNvPr id="7" name="Platshållare för text 10">
            <a:extLst>
              <a:ext uri="{FF2B5EF4-FFF2-40B4-BE49-F238E27FC236}">
                <a16:creationId xmlns:a16="http://schemas.microsoft.com/office/drawing/2014/main" id="{3ED278A3-8511-D67B-D298-1246F7958D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4200" y="464400"/>
            <a:ext cx="2595600" cy="759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Agenda</a:t>
            </a:r>
          </a:p>
        </p:txBody>
      </p:sp>
      <p:sp>
        <p:nvSpPr>
          <p:cNvPr id="2" name="Platshållare för SmartArt 11">
            <a:extLst>
              <a:ext uri="{FF2B5EF4-FFF2-40B4-BE49-F238E27FC236}">
                <a16:creationId xmlns:a16="http://schemas.microsoft.com/office/drawing/2014/main" id="{AEF443A2-0F64-2DCC-737F-FD718822A42D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4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116105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Kapitelsida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670F505A-DDB5-EE57-94CB-62FFFD004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2" name="Platshållare för text 10">
            <a:extLst>
              <a:ext uri="{FF2B5EF4-FFF2-40B4-BE49-F238E27FC236}">
                <a16:creationId xmlns:a16="http://schemas.microsoft.com/office/drawing/2014/main" id="{EB1776BB-5F39-E3DA-D76C-9566A6395B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32" y="1965821"/>
            <a:ext cx="7257600" cy="756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Kapitelsida</a:t>
            </a:r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E576F341-A573-A3F5-7B1C-D48B797A2C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00870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Kapitelsida rö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670F505A-DDB5-EE57-94CB-62FFFD004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2" name="Platshållare för text 10">
            <a:extLst>
              <a:ext uri="{FF2B5EF4-FFF2-40B4-BE49-F238E27FC236}">
                <a16:creationId xmlns:a16="http://schemas.microsoft.com/office/drawing/2014/main" id="{78BA5B9F-D650-55DC-B898-01E88401B1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32" y="1965821"/>
            <a:ext cx="7257600" cy="756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Kapitelsida</a:t>
            </a:r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B859AC48-F877-8626-908B-C1E4AD63D17E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169191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Kapitelsida ljusrö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43EF8430-52C3-ED64-70E4-0658B1EA1D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2" name="Platshållare för text 10">
            <a:extLst>
              <a:ext uri="{FF2B5EF4-FFF2-40B4-BE49-F238E27FC236}">
                <a16:creationId xmlns:a16="http://schemas.microsoft.com/office/drawing/2014/main" id="{CB97784D-7DBF-ADEC-2EA6-837CC29E47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32" y="1965821"/>
            <a:ext cx="7257600" cy="756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Kapitelsida</a:t>
            </a:r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21567DE3-67F7-9827-6668-2682EA925F6A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166353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sida aprik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Platshållare för text 10">
            <a:extLst>
              <a:ext uri="{FF2B5EF4-FFF2-40B4-BE49-F238E27FC236}">
                <a16:creationId xmlns:a16="http://schemas.microsoft.com/office/drawing/2014/main" id="{967ACFF6-6A6B-A42C-C52D-F1A3A6FFC0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32" y="1965821"/>
            <a:ext cx="7257600" cy="756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Kapitelsida</a:t>
            </a:r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52E0E8EF-9D20-DC11-A7BB-B3B6CDBD227D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769816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sida bei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Platshållare för text 10">
            <a:extLst>
              <a:ext uri="{FF2B5EF4-FFF2-40B4-BE49-F238E27FC236}">
                <a16:creationId xmlns:a16="http://schemas.microsoft.com/office/drawing/2014/main" id="{7B2C841D-AF9E-31A7-98AA-6D0C41F975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32" y="1965821"/>
            <a:ext cx="7257600" cy="756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Kapitelsida</a:t>
            </a:r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0CD2CA7F-A918-7A5C-D04B-EFEBCFA5CE59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506849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sida lil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1"/>
                </a:solidFill>
              </a:defRPr>
            </a:lvl1pPr>
          </a:lstStyle>
          <a:p>
            <a:fld id="{2FBA5F4C-52BF-EF48-AF1F-27710B52066C}" type="datetime1">
              <a:rPr lang="sv-SE" smtClean="0"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E6229D68-EED9-EDA2-76B1-981B4771F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2" name="Platshållare för text 10">
            <a:extLst>
              <a:ext uri="{FF2B5EF4-FFF2-40B4-BE49-F238E27FC236}">
                <a16:creationId xmlns:a16="http://schemas.microsoft.com/office/drawing/2014/main" id="{7B2C841D-AF9E-31A7-98AA-6D0C41F975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32" y="1965821"/>
            <a:ext cx="7257600" cy="756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Kapitelsida</a:t>
            </a:r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474C20D7-BD72-10BA-707B-0BB826BC546A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423986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sida grö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1"/>
                </a:solidFill>
              </a:defRPr>
            </a:lvl1pPr>
          </a:lstStyle>
          <a:p>
            <a:fld id="{2FBA5F4C-52BF-EF48-AF1F-27710B52066C}" type="datetime1">
              <a:rPr lang="sv-SE" smtClean="0"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E6229D68-EED9-EDA2-76B1-981B4771F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3" name="Platshållare för text 10">
            <a:extLst>
              <a:ext uri="{FF2B5EF4-FFF2-40B4-BE49-F238E27FC236}">
                <a16:creationId xmlns:a16="http://schemas.microsoft.com/office/drawing/2014/main" id="{97BBF318-D7F0-FCED-E312-3D0762492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632" y="1965821"/>
            <a:ext cx="7257600" cy="756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44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Kapitelsida</a:t>
            </a:r>
          </a:p>
        </p:txBody>
      </p:sp>
      <p:sp>
        <p:nvSpPr>
          <p:cNvPr id="2" name="Platshållare för SmartArt 11">
            <a:extLst>
              <a:ext uri="{FF2B5EF4-FFF2-40B4-BE49-F238E27FC236}">
                <a16:creationId xmlns:a16="http://schemas.microsoft.com/office/drawing/2014/main" id="{A6CEBB36-E09A-0E76-8FD4-3E2EFFA37027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187667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Helbil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89CA3F2B-EDE7-C5C3-FCAF-BF32246B1C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429"/>
            <a:ext cx="9144000" cy="5148262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endParaRPr lang="sv-SE" dirty="0"/>
          </a:p>
          <a:p>
            <a:r>
              <a:rPr lang="sv-SE" dirty="0"/>
              <a:t>Klicka på ikonen för att</a:t>
            </a:r>
          </a:p>
          <a:p>
            <a:r>
              <a:rPr lang="sv-SE" dirty="0"/>
              <a:t>montera in en bild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1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0" name="Platshållare för text 12">
            <a:extLst>
              <a:ext uri="{FF2B5EF4-FFF2-40B4-BE49-F238E27FC236}">
                <a16:creationId xmlns:a16="http://schemas.microsoft.com/office/drawing/2014/main" id="{CA49B0BD-8AF4-5773-ECF8-FCACF2E369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5920" y="4608000"/>
            <a:ext cx="673200" cy="327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/>
            </a:lvl1pPr>
          </a:lstStyle>
          <a:p>
            <a:pPr lvl="0"/>
            <a:r>
              <a:rPr lang="sv-SE"/>
              <a:t>-</a:t>
            </a:r>
          </a:p>
        </p:txBody>
      </p:sp>
      <p:sp>
        <p:nvSpPr>
          <p:cNvPr id="12" name="Platshållare för SmartArt 11">
            <a:extLst>
              <a:ext uri="{FF2B5EF4-FFF2-40B4-BE49-F238E27FC236}">
                <a16:creationId xmlns:a16="http://schemas.microsoft.com/office/drawing/2014/main" id="{9A0AF121-F81C-FFEB-91AD-970AACA524BB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480732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Helbild rubrik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89CA3F2B-EDE7-C5C3-FCAF-BF32246B1C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429"/>
            <a:ext cx="9144000" cy="5148262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endParaRPr lang="sv-SE" dirty="0"/>
          </a:p>
          <a:p>
            <a:r>
              <a:rPr lang="sv-SE" dirty="0"/>
              <a:t>Klicka på ikonen för att</a:t>
            </a:r>
          </a:p>
          <a:p>
            <a:r>
              <a:rPr lang="sv-SE" dirty="0"/>
              <a:t>montera in en bild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1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0" name="Platshållare för text 12">
            <a:extLst>
              <a:ext uri="{FF2B5EF4-FFF2-40B4-BE49-F238E27FC236}">
                <a16:creationId xmlns:a16="http://schemas.microsoft.com/office/drawing/2014/main" id="{CA49B0BD-8AF4-5773-ECF8-FCACF2E369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5920" y="4608000"/>
            <a:ext cx="673200" cy="327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/>
            </a:lvl1pPr>
          </a:lstStyle>
          <a:p>
            <a:pPr lvl="0"/>
            <a:r>
              <a:rPr lang="sv-SE"/>
              <a:t>-</a:t>
            </a:r>
          </a:p>
        </p:txBody>
      </p:sp>
      <p:sp>
        <p:nvSpPr>
          <p:cNvPr id="12" name="Platshållare för SmartArt 11">
            <a:extLst>
              <a:ext uri="{FF2B5EF4-FFF2-40B4-BE49-F238E27FC236}">
                <a16:creationId xmlns:a16="http://schemas.microsoft.com/office/drawing/2014/main" id="{9A0AF121-F81C-FFEB-91AD-970AACA524BB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D19EA09-CB2C-A7EE-2EFE-DD789B100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1752599"/>
            <a:ext cx="8400941" cy="1187449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effectLst>
                  <a:outerShdw blurRad="63500" algn="ctr" rotWithShape="0">
                    <a:prstClr val="black">
                      <a:alpha val="49000"/>
                    </a:prstClr>
                  </a:outerShdw>
                </a:effectLst>
              </a:defRPr>
            </a:lvl1pPr>
            <a:lvl2pPr marL="343209" indent="0" algn="ctr">
              <a:buFontTx/>
              <a:buNone/>
              <a:defRPr>
                <a:effectLst>
                  <a:outerShdw blurRad="63500" algn="ctr" rotWithShape="0">
                    <a:prstClr val="black">
                      <a:alpha val="49000"/>
                    </a:prstClr>
                  </a:outerShdw>
                </a:effectLst>
              </a:defRPr>
            </a:lvl2pPr>
            <a:lvl3pPr marL="686418" indent="0" algn="ctr">
              <a:buFontTx/>
              <a:buNone/>
              <a:defRPr>
                <a:effectLst>
                  <a:outerShdw blurRad="63500" algn="ctr" rotWithShape="0">
                    <a:prstClr val="black">
                      <a:alpha val="49000"/>
                    </a:prstClr>
                  </a:outerShdw>
                </a:effectLst>
              </a:defRPr>
            </a:lvl3pPr>
            <a:lvl4pPr marL="1029626" indent="0" algn="ctr">
              <a:buFontTx/>
              <a:buNone/>
              <a:defRPr>
                <a:effectLst>
                  <a:outerShdw blurRad="63500" algn="ctr" rotWithShape="0">
                    <a:prstClr val="black">
                      <a:alpha val="49000"/>
                    </a:prstClr>
                  </a:outerShdw>
                </a:effectLst>
              </a:defRPr>
            </a:lvl4pPr>
            <a:lvl5pPr marL="1372835" indent="0" algn="ctr">
              <a:buFontTx/>
              <a:buNone/>
              <a:defRPr>
                <a:effectLst>
                  <a:outerShdw blurRad="63500" algn="ctr" rotWithShape="0">
                    <a:prstClr val="black">
                      <a:alpha val="49000"/>
                    </a:prstClr>
                  </a:outerShdw>
                </a:effectLst>
              </a:defRPr>
            </a:lvl5pPr>
          </a:lstStyle>
          <a:p>
            <a:pPr lvl="0"/>
            <a:r>
              <a:rPr lang="sv-SE" dirty="0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32021990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6066330-6463-92F7-D607-1539D9979B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95FCBA36-8CBC-A694-8547-E1DEA3A19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501200"/>
            <a:ext cx="5912706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text 10">
            <a:extLst>
              <a:ext uri="{FF2B5EF4-FFF2-40B4-BE49-F238E27FC236}">
                <a16:creationId xmlns:a16="http://schemas.microsoft.com/office/drawing/2014/main" id="{EECB85B7-0C81-0137-3049-A738214982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5912705" cy="842400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B7F8164E-B8C2-B1F0-E8DF-409BA60B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F27E15B8-D6D6-C448-FDDB-5109FBA55EC9}"/>
              </a:ext>
            </a:extLst>
          </p:cNvPr>
          <p:cNvSpPr>
            <a:spLocks noGrp="1"/>
          </p:cNvSpPr>
          <p:nvPr>
            <p:ph type="dgm" sz="quarter" idx="31"/>
          </p:nvPr>
        </p:nvSpPr>
        <p:spPr>
          <a:xfrm>
            <a:off x="0" y="839502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495853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Rubik halvbil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6ED953C2-7C62-51B4-8B72-56CE0C47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600" y="4771677"/>
            <a:ext cx="205740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D240EFBE-5ED7-B422-DA01-22EC473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bild 2">
            <a:extLst>
              <a:ext uri="{FF2B5EF4-FFF2-40B4-BE49-F238E27FC236}">
                <a16:creationId xmlns:a16="http://schemas.microsoft.com/office/drawing/2014/main" id="{D788B6B3-F0A1-4F9C-B1D5-8075A82E1427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856672" y="1"/>
            <a:ext cx="4284000" cy="514826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14" name="Platshållare för text 2">
            <a:extLst>
              <a:ext uri="{FF2B5EF4-FFF2-40B4-BE49-F238E27FC236}">
                <a16:creationId xmlns:a16="http://schemas.microsoft.com/office/drawing/2014/main" id="{F20510FA-690B-E3D3-2BDB-D0E6916D4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728000"/>
            <a:ext cx="3903153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5" name="Platshållare för text 12">
            <a:extLst>
              <a:ext uri="{FF2B5EF4-FFF2-40B4-BE49-F238E27FC236}">
                <a16:creationId xmlns:a16="http://schemas.microsoft.com/office/drawing/2014/main" id="{A123C6CD-D0A7-69A8-B0BF-AF826000A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5920" y="4608000"/>
            <a:ext cx="673200" cy="327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/>
            </a:lvl1pPr>
          </a:lstStyle>
          <a:p>
            <a:pPr lvl="0"/>
            <a:r>
              <a:rPr lang="sv-SE"/>
              <a:t>-</a:t>
            </a:r>
          </a:p>
        </p:txBody>
      </p:sp>
      <p:sp>
        <p:nvSpPr>
          <p:cNvPr id="4" name="Platshållare för text 10">
            <a:extLst>
              <a:ext uri="{FF2B5EF4-FFF2-40B4-BE49-F238E27FC236}">
                <a16:creationId xmlns:a16="http://schemas.microsoft.com/office/drawing/2014/main" id="{6008E8BF-E2BF-E91C-6CDC-79FE0A2C46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3902400" cy="842400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19E9A386-3F5C-F9F2-18C2-9D3E472FCE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907108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Rubrik halvbild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6ED953C2-7C62-51B4-8B72-56CE0C47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600" y="4771677"/>
            <a:ext cx="205740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D240EFBE-5ED7-B422-DA01-22EC473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bild 2">
            <a:extLst>
              <a:ext uri="{FF2B5EF4-FFF2-40B4-BE49-F238E27FC236}">
                <a16:creationId xmlns:a16="http://schemas.microsoft.com/office/drawing/2014/main" id="{D788B6B3-F0A1-4F9C-B1D5-8075A82E1427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856672" y="1"/>
            <a:ext cx="4284000" cy="514826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14" name="Platshållare för text 2">
            <a:extLst>
              <a:ext uri="{FF2B5EF4-FFF2-40B4-BE49-F238E27FC236}">
                <a16:creationId xmlns:a16="http://schemas.microsoft.com/office/drawing/2014/main" id="{F20510FA-690B-E3D3-2BDB-D0E6916D4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1" y="1728000"/>
            <a:ext cx="3891872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>
                <a:solidFill>
                  <a:schemeClr val="bg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5" name="Platshållare för text 12">
            <a:extLst>
              <a:ext uri="{FF2B5EF4-FFF2-40B4-BE49-F238E27FC236}">
                <a16:creationId xmlns:a16="http://schemas.microsoft.com/office/drawing/2014/main" id="{A123C6CD-D0A7-69A8-B0BF-AF826000A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5920" y="4608000"/>
            <a:ext cx="673200" cy="327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/>
            </a:lvl1pPr>
          </a:lstStyle>
          <a:p>
            <a:pPr lvl="0"/>
            <a:r>
              <a:rPr lang="sv-SE"/>
              <a:t>-</a:t>
            </a:r>
          </a:p>
        </p:txBody>
      </p:sp>
      <p:sp>
        <p:nvSpPr>
          <p:cNvPr id="3" name="Platshållare för text 10">
            <a:extLst>
              <a:ext uri="{FF2B5EF4-FFF2-40B4-BE49-F238E27FC236}">
                <a16:creationId xmlns:a16="http://schemas.microsoft.com/office/drawing/2014/main" id="{E2644F53-0277-4D79-9DB9-F4E31491C8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3891872" cy="842400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sp>
        <p:nvSpPr>
          <p:cNvPr id="4" name="Platshållare för SmartArt 11">
            <a:extLst>
              <a:ext uri="{FF2B5EF4-FFF2-40B4-BE49-F238E27FC236}">
                <a16:creationId xmlns:a16="http://schemas.microsoft.com/office/drawing/2014/main" id="{4220C48E-A4C9-9A46-0FA8-E9ABCFD7A8E1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839502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7431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Rubrik halvbil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6ED953C2-7C62-51B4-8B72-56CE0C47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600" y="4771677"/>
            <a:ext cx="205740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D240EFBE-5ED7-B422-DA01-22EC473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bild 2">
            <a:extLst>
              <a:ext uri="{FF2B5EF4-FFF2-40B4-BE49-F238E27FC236}">
                <a16:creationId xmlns:a16="http://schemas.microsoft.com/office/drawing/2014/main" id="{D788B6B3-F0A1-4F9C-B1D5-8075A82E1427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856672" y="1"/>
            <a:ext cx="4284000" cy="514826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14" name="Platshållare för text 2">
            <a:extLst>
              <a:ext uri="{FF2B5EF4-FFF2-40B4-BE49-F238E27FC236}">
                <a16:creationId xmlns:a16="http://schemas.microsoft.com/office/drawing/2014/main" id="{F20510FA-690B-E3D3-2BDB-D0E6916D4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728000"/>
            <a:ext cx="3903153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5" name="Platshållare för text 12">
            <a:extLst>
              <a:ext uri="{FF2B5EF4-FFF2-40B4-BE49-F238E27FC236}">
                <a16:creationId xmlns:a16="http://schemas.microsoft.com/office/drawing/2014/main" id="{A123C6CD-D0A7-69A8-B0BF-AF826000A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5920" y="4608000"/>
            <a:ext cx="673200" cy="327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/>
            </a:lvl1pPr>
          </a:lstStyle>
          <a:p>
            <a:pPr lvl="0"/>
            <a:r>
              <a:rPr lang="sv-SE"/>
              <a:t>-</a:t>
            </a:r>
          </a:p>
        </p:txBody>
      </p:sp>
      <p:sp>
        <p:nvSpPr>
          <p:cNvPr id="4" name="Platshållare för text 10">
            <a:extLst>
              <a:ext uri="{FF2B5EF4-FFF2-40B4-BE49-F238E27FC236}">
                <a16:creationId xmlns:a16="http://schemas.microsoft.com/office/drawing/2014/main" id="{6008E8BF-E2BF-E91C-6CDC-79FE0A2C46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3902400" cy="842400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19E9A386-3F5C-F9F2-18C2-9D3E472FCE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839502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792659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Rubrik halvbild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6ED953C2-7C62-51B4-8B72-56CE0C47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600" y="4771677"/>
            <a:ext cx="205740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D240EFBE-5ED7-B422-DA01-22EC473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bild 2">
            <a:extLst>
              <a:ext uri="{FF2B5EF4-FFF2-40B4-BE49-F238E27FC236}">
                <a16:creationId xmlns:a16="http://schemas.microsoft.com/office/drawing/2014/main" id="{D788B6B3-F0A1-4F9C-B1D5-8075A82E1427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856672" y="1"/>
            <a:ext cx="4284000" cy="514826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14" name="Platshållare för text 2">
            <a:extLst>
              <a:ext uri="{FF2B5EF4-FFF2-40B4-BE49-F238E27FC236}">
                <a16:creationId xmlns:a16="http://schemas.microsoft.com/office/drawing/2014/main" id="{F20510FA-690B-E3D3-2BDB-D0E6916D4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728000"/>
            <a:ext cx="3903153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>
                <a:solidFill>
                  <a:schemeClr val="bg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5" name="Platshållare för text 12">
            <a:extLst>
              <a:ext uri="{FF2B5EF4-FFF2-40B4-BE49-F238E27FC236}">
                <a16:creationId xmlns:a16="http://schemas.microsoft.com/office/drawing/2014/main" id="{A123C6CD-D0A7-69A8-B0BF-AF826000A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5920" y="4608000"/>
            <a:ext cx="673200" cy="327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/>
            </a:lvl1pPr>
          </a:lstStyle>
          <a:p>
            <a:pPr lvl="0"/>
            <a:r>
              <a:rPr lang="sv-SE"/>
              <a:t>-</a:t>
            </a:r>
          </a:p>
        </p:txBody>
      </p:sp>
      <p:sp>
        <p:nvSpPr>
          <p:cNvPr id="3" name="Platshållare för text 10">
            <a:extLst>
              <a:ext uri="{FF2B5EF4-FFF2-40B4-BE49-F238E27FC236}">
                <a16:creationId xmlns:a16="http://schemas.microsoft.com/office/drawing/2014/main" id="{E2644F53-0277-4D79-9DB9-F4E31491C8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3902400" cy="842400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sp>
        <p:nvSpPr>
          <p:cNvPr id="4" name="Platshållare för SmartArt 11">
            <a:extLst>
              <a:ext uri="{FF2B5EF4-FFF2-40B4-BE49-F238E27FC236}">
                <a16:creationId xmlns:a16="http://schemas.microsoft.com/office/drawing/2014/main" id="{B7245323-6C46-964C-96E9-54CB2A55E7EA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839502"/>
            <a:ext cx="360000" cy="118745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93474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mal bild rubri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BF8AFBB-7DD6-EE6B-69CB-C283381AE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1269" y="1501200"/>
            <a:ext cx="5573886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6ED953C2-7C62-51B4-8B72-56CE0C47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600" y="4771677"/>
            <a:ext cx="205740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D240EFBE-5ED7-B422-DA01-22EC473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bild 2">
            <a:extLst>
              <a:ext uri="{FF2B5EF4-FFF2-40B4-BE49-F238E27FC236}">
                <a16:creationId xmlns:a16="http://schemas.microsoft.com/office/drawing/2014/main" id="{D788B6B3-F0A1-4F9C-B1D5-8075A82E1427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0" y="-430"/>
            <a:ext cx="2268000" cy="514826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5" name="Platshållare för text 10">
            <a:extLst>
              <a:ext uri="{FF2B5EF4-FFF2-40B4-BE49-F238E27FC236}">
                <a16:creationId xmlns:a16="http://schemas.microsoft.com/office/drawing/2014/main" id="{DDCFA772-59CB-ACE6-5AC0-B988B5A31B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01269" y="838800"/>
            <a:ext cx="5573886" cy="842400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sp>
        <p:nvSpPr>
          <p:cNvPr id="6" name="Platshållare för SmartArt 11">
            <a:extLst>
              <a:ext uri="{FF2B5EF4-FFF2-40B4-BE49-F238E27FC236}">
                <a16:creationId xmlns:a16="http://schemas.microsoft.com/office/drawing/2014/main" id="{A2CA2216-F813-D27D-8B5E-EECA69622267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202544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mal bild rubrik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BF8AFBB-7DD6-EE6B-69CB-C283381AE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1269" y="1501200"/>
            <a:ext cx="5573886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200">
                <a:solidFill>
                  <a:schemeClr val="bg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D240EFBE-5ED7-B422-DA01-22EC473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Platshållare för bild 2">
            <a:extLst>
              <a:ext uri="{FF2B5EF4-FFF2-40B4-BE49-F238E27FC236}">
                <a16:creationId xmlns:a16="http://schemas.microsoft.com/office/drawing/2014/main" id="{D788B6B3-F0A1-4F9C-B1D5-8075A82E1427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0" y="-430"/>
            <a:ext cx="2268000" cy="514826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Klicka på ikonen för att lägga till en bild</a:t>
            </a:r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6ED953C2-7C62-51B4-8B72-56CE0C47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600" y="4771677"/>
            <a:ext cx="205740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r>
              <a:rPr lang="sv-SE" dirty="0"/>
              <a:t>t</a:t>
            </a:r>
          </a:p>
        </p:txBody>
      </p:sp>
      <p:sp>
        <p:nvSpPr>
          <p:cNvPr id="5" name="Platshållare för text 12">
            <a:extLst>
              <a:ext uri="{FF2B5EF4-FFF2-40B4-BE49-F238E27FC236}">
                <a16:creationId xmlns:a16="http://schemas.microsoft.com/office/drawing/2014/main" id="{4E265794-5DD7-F9CE-CD90-663C59312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5920" y="4608000"/>
            <a:ext cx="673200" cy="327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/>
            </a:lvl1pPr>
          </a:lstStyle>
          <a:p>
            <a:pPr lvl="0"/>
            <a:r>
              <a:rPr lang="sv-SE"/>
              <a:t>-</a:t>
            </a:r>
          </a:p>
        </p:txBody>
      </p:sp>
      <p:sp>
        <p:nvSpPr>
          <p:cNvPr id="6" name="Platshållare för text 10">
            <a:extLst>
              <a:ext uri="{FF2B5EF4-FFF2-40B4-BE49-F238E27FC236}">
                <a16:creationId xmlns:a16="http://schemas.microsoft.com/office/drawing/2014/main" id="{5A17C490-C6C2-FB5E-A29D-F1E874031B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01269" y="838952"/>
            <a:ext cx="5573886" cy="842400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sp>
        <p:nvSpPr>
          <p:cNvPr id="7" name="Platshållare för SmartArt 11">
            <a:extLst>
              <a:ext uri="{FF2B5EF4-FFF2-40B4-BE49-F238E27FC236}">
                <a16:creationId xmlns:a16="http://schemas.microsoft.com/office/drawing/2014/main" id="{42F7B6A7-2D22-8A42-008D-88607F4F592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25290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Fyra rubrik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martArt 11">
            <a:extLst>
              <a:ext uri="{FF2B5EF4-FFF2-40B4-BE49-F238E27FC236}">
                <a16:creationId xmlns:a16="http://schemas.microsoft.com/office/drawing/2014/main" id="{A77D3094-9184-44A3-F545-5562664C7873}"/>
              </a:ext>
            </a:extLst>
          </p:cNvPr>
          <p:cNvSpPr>
            <a:spLocks noGrp="1"/>
          </p:cNvSpPr>
          <p:nvPr>
            <p:ph type="dgm" sz="quarter" idx="31"/>
          </p:nvPr>
        </p:nvSpPr>
        <p:spPr>
          <a:xfrm>
            <a:off x="0" y="839502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6ED953C2-7C62-51B4-8B72-56CE0C47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600" y="4771677"/>
            <a:ext cx="205740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0" name="Platshållare för sidfot 4">
            <a:extLst>
              <a:ext uri="{FF2B5EF4-FFF2-40B4-BE49-F238E27FC236}">
                <a16:creationId xmlns:a16="http://schemas.microsoft.com/office/drawing/2014/main" id="{D240EFBE-5ED7-B422-DA01-22EC4731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5E1283A8-AA41-76E0-D35B-6E2972896EE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240295" y="2021308"/>
            <a:ext cx="2145410" cy="165052"/>
          </a:xfrm>
        </p:spPr>
        <p:txBody>
          <a:bodyPr>
            <a:normAutofit/>
          </a:bodyPr>
          <a:lstStyle>
            <a:lvl1pPr marL="6350" indent="0">
              <a:buFontTx/>
              <a:buNone/>
              <a:tabLst/>
              <a:defRPr sz="1201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Rubrik här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7D3964C1-3AB0-F7B3-135A-8AF38352461D}"/>
              </a:ext>
            </a:extLst>
          </p:cNvPr>
          <p:cNvSpPr/>
          <p:nvPr userDrawn="1"/>
        </p:nvSpPr>
        <p:spPr>
          <a:xfrm>
            <a:off x="964800" y="2021308"/>
            <a:ext cx="169200" cy="43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Platshållare för text 2">
            <a:extLst>
              <a:ext uri="{FF2B5EF4-FFF2-40B4-BE49-F238E27FC236}">
                <a16:creationId xmlns:a16="http://schemas.microsoft.com/office/drawing/2014/main" id="{C886A874-28E9-4DBC-4B6B-074A2FB5DDE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40295" y="2299602"/>
            <a:ext cx="2145410" cy="742521"/>
          </a:xfrm>
        </p:spPr>
        <p:txBody>
          <a:bodyPr>
            <a:normAutofit/>
          </a:bodyPr>
          <a:lstStyle>
            <a:lvl1pPr marL="6350" indent="0">
              <a:lnSpc>
                <a:spcPct val="100000"/>
              </a:lnSpc>
              <a:buFontTx/>
              <a:buNone/>
              <a:tabLst/>
              <a:defRPr sz="12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Löpande brödtext här eller i punktform</a:t>
            </a:r>
          </a:p>
        </p:txBody>
      </p:sp>
      <p:sp>
        <p:nvSpPr>
          <p:cNvPr id="36" name="Platshållare för text 2">
            <a:extLst>
              <a:ext uri="{FF2B5EF4-FFF2-40B4-BE49-F238E27FC236}">
                <a16:creationId xmlns:a16="http://schemas.microsoft.com/office/drawing/2014/main" id="{DAD161F8-5591-8F57-65BA-C8BF2D9566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257897" y="2021308"/>
            <a:ext cx="2145410" cy="165052"/>
          </a:xfrm>
        </p:spPr>
        <p:txBody>
          <a:bodyPr>
            <a:normAutofit/>
          </a:bodyPr>
          <a:lstStyle>
            <a:lvl1pPr marL="6350" indent="0">
              <a:buFontTx/>
              <a:buNone/>
              <a:tabLst/>
              <a:defRPr sz="1201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Rubrik här</a:t>
            </a:r>
          </a:p>
        </p:txBody>
      </p:sp>
      <p:sp>
        <p:nvSpPr>
          <p:cNvPr id="37" name="Rektangel 36">
            <a:extLst>
              <a:ext uri="{FF2B5EF4-FFF2-40B4-BE49-F238E27FC236}">
                <a16:creationId xmlns:a16="http://schemas.microsoft.com/office/drawing/2014/main" id="{81FAFBC4-2AC1-94EB-37F0-B3A80F652907}"/>
              </a:ext>
            </a:extLst>
          </p:cNvPr>
          <p:cNvSpPr/>
          <p:nvPr userDrawn="1"/>
        </p:nvSpPr>
        <p:spPr>
          <a:xfrm>
            <a:off x="3985592" y="2021308"/>
            <a:ext cx="169200" cy="4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8" name="Platshållare för text 2">
            <a:extLst>
              <a:ext uri="{FF2B5EF4-FFF2-40B4-BE49-F238E27FC236}">
                <a16:creationId xmlns:a16="http://schemas.microsoft.com/office/drawing/2014/main" id="{4098C7C6-B094-B773-384E-5E6ED4F2C1B9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257897" y="2299602"/>
            <a:ext cx="2145410" cy="742521"/>
          </a:xfrm>
        </p:spPr>
        <p:txBody>
          <a:bodyPr>
            <a:normAutofit/>
          </a:bodyPr>
          <a:lstStyle>
            <a:lvl1pPr marL="6350" indent="0">
              <a:lnSpc>
                <a:spcPct val="100000"/>
              </a:lnSpc>
              <a:buFontTx/>
              <a:buNone/>
              <a:tabLst/>
              <a:defRPr sz="12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Löpande brödtext här eller i punktform</a:t>
            </a:r>
          </a:p>
        </p:txBody>
      </p:sp>
      <p:sp>
        <p:nvSpPr>
          <p:cNvPr id="39" name="Platshållare för text 2">
            <a:extLst>
              <a:ext uri="{FF2B5EF4-FFF2-40B4-BE49-F238E27FC236}">
                <a16:creationId xmlns:a16="http://schemas.microsoft.com/office/drawing/2014/main" id="{98297DAE-D82D-400F-5FFF-8FD4D4995392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240295" y="3223943"/>
            <a:ext cx="2145410" cy="165052"/>
          </a:xfrm>
        </p:spPr>
        <p:txBody>
          <a:bodyPr>
            <a:normAutofit/>
          </a:bodyPr>
          <a:lstStyle>
            <a:lvl1pPr marL="6350" indent="0">
              <a:buFontTx/>
              <a:buNone/>
              <a:tabLst/>
              <a:defRPr sz="1201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Rubrik här</a:t>
            </a:r>
          </a:p>
        </p:txBody>
      </p:sp>
      <p:sp>
        <p:nvSpPr>
          <p:cNvPr id="40" name="Rektangel 39">
            <a:extLst>
              <a:ext uri="{FF2B5EF4-FFF2-40B4-BE49-F238E27FC236}">
                <a16:creationId xmlns:a16="http://schemas.microsoft.com/office/drawing/2014/main" id="{39934980-9183-8599-4322-534117188399}"/>
              </a:ext>
            </a:extLst>
          </p:cNvPr>
          <p:cNvSpPr/>
          <p:nvPr userDrawn="1"/>
        </p:nvSpPr>
        <p:spPr>
          <a:xfrm>
            <a:off x="964800" y="3223943"/>
            <a:ext cx="169200" cy="43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1" name="Platshållare för text 2">
            <a:extLst>
              <a:ext uri="{FF2B5EF4-FFF2-40B4-BE49-F238E27FC236}">
                <a16:creationId xmlns:a16="http://schemas.microsoft.com/office/drawing/2014/main" id="{ACF4B9AD-932B-F66E-5E9D-84E62A78F31C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240295" y="3502237"/>
            <a:ext cx="2145410" cy="742521"/>
          </a:xfrm>
        </p:spPr>
        <p:txBody>
          <a:bodyPr>
            <a:normAutofit/>
          </a:bodyPr>
          <a:lstStyle>
            <a:lvl1pPr marL="6350" indent="0">
              <a:lnSpc>
                <a:spcPct val="100000"/>
              </a:lnSpc>
              <a:buFontTx/>
              <a:buNone/>
              <a:tabLst/>
              <a:defRPr sz="12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Löpande brödtext här eller i punktform</a:t>
            </a:r>
          </a:p>
        </p:txBody>
      </p:sp>
      <p:sp>
        <p:nvSpPr>
          <p:cNvPr id="42" name="Platshållare för text 2">
            <a:extLst>
              <a:ext uri="{FF2B5EF4-FFF2-40B4-BE49-F238E27FC236}">
                <a16:creationId xmlns:a16="http://schemas.microsoft.com/office/drawing/2014/main" id="{1C19A810-3CD4-A056-8516-EAA545AC89B1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257897" y="3223943"/>
            <a:ext cx="2145410" cy="165052"/>
          </a:xfrm>
        </p:spPr>
        <p:txBody>
          <a:bodyPr>
            <a:normAutofit/>
          </a:bodyPr>
          <a:lstStyle>
            <a:lvl1pPr marL="6350" indent="0">
              <a:buFontTx/>
              <a:buNone/>
              <a:tabLst/>
              <a:defRPr sz="1201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Rubrik här</a:t>
            </a:r>
          </a:p>
        </p:txBody>
      </p:sp>
      <p:sp>
        <p:nvSpPr>
          <p:cNvPr id="43" name="Rektangel 42">
            <a:extLst>
              <a:ext uri="{FF2B5EF4-FFF2-40B4-BE49-F238E27FC236}">
                <a16:creationId xmlns:a16="http://schemas.microsoft.com/office/drawing/2014/main" id="{6EB59108-7C69-2F26-8471-497BDD456FEF}"/>
              </a:ext>
            </a:extLst>
          </p:cNvPr>
          <p:cNvSpPr/>
          <p:nvPr userDrawn="1"/>
        </p:nvSpPr>
        <p:spPr>
          <a:xfrm>
            <a:off x="3985592" y="3223943"/>
            <a:ext cx="169200" cy="4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4" name="Platshållare för text 2">
            <a:extLst>
              <a:ext uri="{FF2B5EF4-FFF2-40B4-BE49-F238E27FC236}">
                <a16:creationId xmlns:a16="http://schemas.microsoft.com/office/drawing/2014/main" id="{F77FABC7-1AA0-36F8-7206-B51B886EC28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57897" y="3502237"/>
            <a:ext cx="2145410" cy="742521"/>
          </a:xfrm>
        </p:spPr>
        <p:txBody>
          <a:bodyPr>
            <a:normAutofit/>
          </a:bodyPr>
          <a:lstStyle>
            <a:lvl1pPr marL="6350" indent="0">
              <a:lnSpc>
                <a:spcPct val="100000"/>
              </a:lnSpc>
              <a:buFontTx/>
              <a:buNone/>
              <a:tabLst/>
              <a:defRPr sz="1201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Löpande brödtext här eller i punktform</a:t>
            </a:r>
          </a:p>
        </p:txBody>
      </p:sp>
      <p:sp>
        <p:nvSpPr>
          <p:cNvPr id="47" name="Platshållare för text 2">
            <a:extLst>
              <a:ext uri="{FF2B5EF4-FFF2-40B4-BE49-F238E27FC236}">
                <a16:creationId xmlns:a16="http://schemas.microsoft.com/office/drawing/2014/main" id="{1318CB4D-966E-6B67-E7ED-C4BB7A493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501200"/>
            <a:ext cx="5734460" cy="431999"/>
          </a:xfrm>
        </p:spPr>
        <p:txBody>
          <a:bodyPr>
            <a:normAutofit/>
          </a:bodyPr>
          <a:lstStyle>
            <a:lvl1pPr marL="6350" indent="0">
              <a:buFont typeface="Arial" panose="020B0604020202020204" pitchFamily="34" charset="0"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49" name="Platshållare för bild 48">
            <a:extLst>
              <a:ext uri="{FF2B5EF4-FFF2-40B4-BE49-F238E27FC236}">
                <a16:creationId xmlns:a16="http://schemas.microsoft.com/office/drawing/2014/main" id="{E17BAC33-DF37-2213-0B6F-21FB8DA24A2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69100" y="838200"/>
            <a:ext cx="2057400" cy="347186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sv-SE" sz="1600" dirty="0"/>
              <a:t>Klicka på ikonen för att infoga illustration</a:t>
            </a:r>
          </a:p>
        </p:txBody>
      </p:sp>
      <p:sp>
        <p:nvSpPr>
          <p:cNvPr id="50" name="Platshållare för text 10">
            <a:extLst>
              <a:ext uri="{FF2B5EF4-FFF2-40B4-BE49-F238E27FC236}">
                <a16:creationId xmlns:a16="http://schemas.microsoft.com/office/drawing/2014/main" id="{10844C3C-1003-24AF-CACA-B7DCE4E80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5734460" cy="842400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</p:spTree>
    <p:extLst>
      <p:ext uri="{BB962C8B-B14F-4D97-AF65-F5344CB8AC3E}">
        <p14:creationId xmlns:p14="http://schemas.microsoft.com/office/powerpoint/2010/main" val="31985835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re kolum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6">
            <a:extLst>
              <a:ext uri="{FF2B5EF4-FFF2-40B4-BE49-F238E27FC236}">
                <a16:creationId xmlns:a16="http://schemas.microsoft.com/office/drawing/2014/main" id="{F6F0E17C-4E35-A3E9-D441-9573B630CB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36232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sv-SE" dirty="0"/>
              <a:t>Ikon</a:t>
            </a:r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EADD8D31-C83B-BA6D-5ECB-D09C4280E88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5528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sv-SE" dirty="0"/>
              <a:t>Ikon</a:t>
            </a:r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5554EAD7-437F-3272-E7A7-0B2DEF4B964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56935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sv-SE" dirty="0"/>
              <a:t>Ikon</a:t>
            </a: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4D0BB575-4986-236D-C88B-0EEEA41CA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7" cy="327521"/>
          </a:xfrm>
          <a:prstGeom prst="rect">
            <a:avLst/>
          </a:prstGeom>
        </p:spPr>
      </p:pic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9704" y="2583474"/>
            <a:ext cx="2286000" cy="175675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tabLst/>
              <a:defRPr sz="1200">
                <a:solidFill>
                  <a:schemeClr val="tx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1" name="Platshållare för text 2">
            <a:extLst>
              <a:ext uri="{FF2B5EF4-FFF2-40B4-BE49-F238E27FC236}">
                <a16:creationId xmlns:a16="http://schemas.microsoft.com/office/drawing/2014/main" id="{F467CD40-D307-0AA4-DCA2-9A8FD43ACC37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29000" y="2574925"/>
            <a:ext cx="2286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22" name="Platshållare för text 2">
            <a:extLst>
              <a:ext uri="{FF2B5EF4-FFF2-40B4-BE49-F238E27FC236}">
                <a16:creationId xmlns:a16="http://schemas.microsoft.com/office/drawing/2014/main" id="{E067F407-C269-4887-7AFB-4C8629DA3D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05739" y="2573337"/>
            <a:ext cx="2286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10" name="Platshållare för text 10">
            <a:extLst>
              <a:ext uri="{FF2B5EF4-FFF2-40B4-BE49-F238E27FC236}">
                <a16:creationId xmlns:a16="http://schemas.microsoft.com/office/drawing/2014/main" id="{9D237A18-679E-F2C0-207E-863F96AA15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50800"/>
            <a:ext cx="9143999" cy="741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Skriv rubrik här</a:t>
            </a:r>
          </a:p>
        </p:txBody>
      </p:sp>
    </p:spTree>
    <p:extLst>
      <p:ext uri="{BB962C8B-B14F-4D97-AF65-F5344CB8AC3E}">
        <p14:creationId xmlns:p14="http://schemas.microsoft.com/office/powerpoint/2010/main" val="4680305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Tre kolumner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6">
            <a:extLst>
              <a:ext uri="{FF2B5EF4-FFF2-40B4-BE49-F238E27FC236}">
                <a16:creationId xmlns:a16="http://schemas.microsoft.com/office/drawing/2014/main" id="{F6F0E17C-4E35-A3E9-D441-9573B630CB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36232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sv-SE" dirty="0"/>
              <a:t>Ikon</a:t>
            </a:r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EADD8D31-C83B-BA6D-5ECB-D09C4280E88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5528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sv-SE" dirty="0"/>
              <a:t>Ikon</a:t>
            </a:r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5554EAD7-437F-3272-E7A7-0B2DEF4B964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56935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sv-SE" dirty="0"/>
              <a:t>Ikon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9704" y="2583474"/>
            <a:ext cx="2286000" cy="175675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tabLst/>
              <a:defRPr sz="1200">
                <a:solidFill>
                  <a:schemeClr val="bg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2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1" name="Platshållare för text 2">
            <a:extLst>
              <a:ext uri="{FF2B5EF4-FFF2-40B4-BE49-F238E27FC236}">
                <a16:creationId xmlns:a16="http://schemas.microsoft.com/office/drawing/2014/main" id="{F467CD40-D307-0AA4-DCA2-9A8FD43ACC37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29000" y="2574925"/>
            <a:ext cx="2286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bg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22" name="Platshållare för text 2">
            <a:extLst>
              <a:ext uri="{FF2B5EF4-FFF2-40B4-BE49-F238E27FC236}">
                <a16:creationId xmlns:a16="http://schemas.microsoft.com/office/drawing/2014/main" id="{E067F407-C269-4887-7AFB-4C8629DA3D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05739" y="2573337"/>
            <a:ext cx="2286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bg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D472AA91-554E-7627-2DBE-452384131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10" name="Platshållare för text 10">
            <a:extLst>
              <a:ext uri="{FF2B5EF4-FFF2-40B4-BE49-F238E27FC236}">
                <a16:creationId xmlns:a16="http://schemas.microsoft.com/office/drawing/2014/main" id="{C654FFF4-635E-1668-6E99-F2EC3AB3CD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50800"/>
            <a:ext cx="9143999" cy="741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Skriv rubrik här</a:t>
            </a:r>
          </a:p>
        </p:txBody>
      </p:sp>
    </p:spTree>
    <p:extLst>
      <p:ext uri="{BB962C8B-B14F-4D97-AF65-F5344CB8AC3E}">
        <p14:creationId xmlns:p14="http://schemas.microsoft.com/office/powerpoint/2010/main" val="22469358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Fyra kolum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6">
            <a:extLst>
              <a:ext uri="{FF2B5EF4-FFF2-40B4-BE49-F238E27FC236}">
                <a16:creationId xmlns:a16="http://schemas.microsoft.com/office/drawing/2014/main" id="{F6F0E17C-4E35-A3E9-D441-9573B630CB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72363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sv-SE" dirty="0"/>
              <a:t>Ikon</a:t>
            </a:r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EADD8D31-C83B-BA6D-5ECB-D09C4280E88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987791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sv-SE" dirty="0"/>
              <a:t>Ikon</a:t>
            </a:r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5554EAD7-437F-3272-E7A7-0B2DEF4B964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56935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sv-SE" dirty="0"/>
              <a:t>Ikon</a:t>
            </a: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4D0BB575-4986-236D-C88B-0EEEA41CA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7" cy="327521"/>
          </a:xfrm>
          <a:prstGeom prst="rect">
            <a:avLst/>
          </a:prstGeom>
        </p:spPr>
      </p:pic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6703" y="2583474"/>
            <a:ext cx="1692000" cy="175675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tabLst/>
              <a:defRPr sz="1200">
                <a:solidFill>
                  <a:schemeClr val="tx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1" name="Platshållare för text 2">
            <a:extLst>
              <a:ext uri="{FF2B5EF4-FFF2-40B4-BE49-F238E27FC236}">
                <a16:creationId xmlns:a16="http://schemas.microsoft.com/office/drawing/2014/main" id="{F467CD40-D307-0AA4-DCA2-9A8FD43ACC37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872406" y="2574925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22" name="Platshållare för text 2">
            <a:extLst>
              <a:ext uri="{FF2B5EF4-FFF2-40B4-BE49-F238E27FC236}">
                <a16:creationId xmlns:a16="http://schemas.microsoft.com/office/drawing/2014/main" id="{E067F407-C269-4887-7AFB-4C8629DA3D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98109" y="2573337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6" name="Platshållare för text 10">
            <a:extLst>
              <a:ext uri="{FF2B5EF4-FFF2-40B4-BE49-F238E27FC236}">
                <a16:creationId xmlns:a16="http://schemas.microsoft.com/office/drawing/2014/main" id="{7B6CCBC7-BA81-1AFC-FDAD-D696142FB5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50800"/>
            <a:ext cx="9143999" cy="7416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Skriv rubrik här</a:t>
            </a:r>
          </a:p>
        </p:txBody>
      </p:sp>
      <p:sp>
        <p:nvSpPr>
          <p:cNvPr id="2" name="Platshållare för bild 6">
            <a:extLst>
              <a:ext uri="{FF2B5EF4-FFF2-40B4-BE49-F238E27FC236}">
                <a16:creationId xmlns:a16="http://schemas.microsoft.com/office/drawing/2014/main" id="{BB1D564A-4A24-B2EA-CA6A-2484B281DA4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03220" y="1552575"/>
            <a:ext cx="871537" cy="8699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sv-SE" dirty="0"/>
              <a:t>Ikon</a:t>
            </a:r>
          </a:p>
        </p:txBody>
      </p:sp>
      <p:sp>
        <p:nvSpPr>
          <p:cNvPr id="10" name="Platshållare för text 2">
            <a:extLst>
              <a:ext uri="{FF2B5EF4-FFF2-40B4-BE49-F238E27FC236}">
                <a16:creationId xmlns:a16="http://schemas.microsoft.com/office/drawing/2014/main" id="{5AE0DF1F-244C-94C8-4BA7-CD55569F166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23813" y="2573337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</p:spTree>
    <p:extLst>
      <p:ext uri="{BB962C8B-B14F-4D97-AF65-F5344CB8AC3E}">
        <p14:creationId xmlns:p14="http://schemas.microsoft.com/office/powerpoint/2010/main" val="31217150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Rubrik tre kolum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objekt 11">
            <a:extLst>
              <a:ext uri="{FF2B5EF4-FFF2-40B4-BE49-F238E27FC236}">
                <a16:creationId xmlns:a16="http://schemas.microsoft.com/office/drawing/2014/main" id="{4D0BB575-4986-236D-C88B-0EEEA41CA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7" cy="327521"/>
          </a:xfrm>
          <a:prstGeom prst="rect">
            <a:avLst/>
          </a:prstGeom>
        </p:spPr>
      </p:pic>
      <p:sp>
        <p:nvSpPr>
          <p:cNvPr id="3" name="Underrubrik 2">
            <a:extLst>
              <a:ext uri="{FF2B5EF4-FFF2-40B4-BE49-F238E27FC236}">
                <a16:creationId xmlns:a16="http://schemas.microsoft.com/office/drawing/2014/main" id="{6DE1E2E0-C706-8D53-DC91-7F1FB304D7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9704" y="2583474"/>
            <a:ext cx="2286000" cy="175675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tabLst/>
              <a:defRPr sz="1200">
                <a:solidFill>
                  <a:schemeClr val="tx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1" name="Platshållare för text 2">
            <a:extLst>
              <a:ext uri="{FF2B5EF4-FFF2-40B4-BE49-F238E27FC236}">
                <a16:creationId xmlns:a16="http://schemas.microsoft.com/office/drawing/2014/main" id="{F467CD40-D307-0AA4-DCA2-9A8FD43ACC37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29000" y="2574925"/>
            <a:ext cx="2286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22" name="Platshållare för text 2">
            <a:extLst>
              <a:ext uri="{FF2B5EF4-FFF2-40B4-BE49-F238E27FC236}">
                <a16:creationId xmlns:a16="http://schemas.microsoft.com/office/drawing/2014/main" id="{E067F407-C269-4887-7AFB-4C8629DA3D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05739" y="2573337"/>
            <a:ext cx="2286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FEF5C9B3-9184-E0E2-1F6F-8EEC58A0B1DF}"/>
              </a:ext>
            </a:extLst>
          </p:cNvPr>
          <p:cNvSpPr/>
          <p:nvPr userDrawn="1"/>
        </p:nvSpPr>
        <p:spPr>
          <a:xfrm>
            <a:off x="1776704" y="1903737"/>
            <a:ext cx="432000" cy="16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016F3D60-D652-0E5A-659D-FAF02E5425CE}"/>
              </a:ext>
            </a:extLst>
          </p:cNvPr>
          <p:cNvSpPr/>
          <p:nvPr userDrawn="1"/>
        </p:nvSpPr>
        <p:spPr>
          <a:xfrm>
            <a:off x="4356000" y="1903737"/>
            <a:ext cx="432000" cy="16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0C16C58F-980E-BDED-6241-4E47D4943790}"/>
              </a:ext>
            </a:extLst>
          </p:cNvPr>
          <p:cNvSpPr/>
          <p:nvPr userDrawn="1"/>
        </p:nvSpPr>
        <p:spPr>
          <a:xfrm>
            <a:off x="6932739" y="1903737"/>
            <a:ext cx="432000" cy="16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Platshållare för text 10">
            <a:extLst>
              <a:ext uri="{FF2B5EF4-FFF2-40B4-BE49-F238E27FC236}">
                <a16:creationId xmlns:a16="http://schemas.microsoft.com/office/drawing/2014/main" id="{2F9627BB-5414-617F-73EB-51D3B271EC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846" y="550800"/>
            <a:ext cx="7545385" cy="8424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</p:spTree>
    <p:extLst>
      <p:ext uri="{BB962C8B-B14F-4D97-AF65-F5344CB8AC3E}">
        <p14:creationId xmlns:p14="http://schemas.microsoft.com/office/powerpoint/2010/main" val="3020224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Rubrik fyra kolum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1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3" name="Platshållare för text 10">
            <a:extLst>
              <a:ext uri="{FF2B5EF4-FFF2-40B4-BE49-F238E27FC236}">
                <a16:creationId xmlns:a16="http://schemas.microsoft.com/office/drawing/2014/main" id="{2F9627BB-5414-617F-73EB-51D3B271EC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846" y="550800"/>
            <a:ext cx="7545385" cy="8424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B906C984-9EAF-700A-A4FD-BAA5A00F1793}"/>
              </a:ext>
            </a:extLst>
          </p:cNvPr>
          <p:cNvGrpSpPr/>
          <p:nvPr userDrawn="1"/>
        </p:nvGrpSpPr>
        <p:grpSpPr>
          <a:xfrm>
            <a:off x="1149984" y="1883536"/>
            <a:ext cx="6583107" cy="144000"/>
            <a:chOff x="1149984" y="1883536"/>
            <a:chExt cx="6583107" cy="169200"/>
          </a:xfrm>
        </p:grpSpPr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FEF5C9B3-9184-E0E2-1F6F-8EEC58A0B1DF}"/>
                </a:ext>
              </a:extLst>
            </p:cNvPr>
            <p:cNvSpPr/>
            <p:nvPr userDrawn="1"/>
          </p:nvSpPr>
          <p:spPr>
            <a:xfrm>
              <a:off x="1149984" y="1883536"/>
              <a:ext cx="432000" cy="16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016F3D60-D652-0E5A-659D-FAF02E5425CE}"/>
                </a:ext>
              </a:extLst>
            </p:cNvPr>
            <p:cNvSpPr/>
            <p:nvPr userDrawn="1"/>
          </p:nvSpPr>
          <p:spPr>
            <a:xfrm>
              <a:off x="3200353" y="1883536"/>
              <a:ext cx="432000" cy="16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0C16C58F-980E-BDED-6241-4E47D4943790}"/>
                </a:ext>
              </a:extLst>
            </p:cNvPr>
            <p:cNvSpPr/>
            <p:nvPr userDrawn="1"/>
          </p:nvSpPr>
          <p:spPr>
            <a:xfrm>
              <a:off x="7301091" y="1883536"/>
              <a:ext cx="432000" cy="169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E8ED0152-6A90-F2C7-5626-DFC9AF7E013B}"/>
                </a:ext>
              </a:extLst>
            </p:cNvPr>
            <p:cNvSpPr/>
            <p:nvPr userDrawn="1"/>
          </p:nvSpPr>
          <p:spPr>
            <a:xfrm>
              <a:off x="5250722" y="1883536"/>
              <a:ext cx="432000" cy="169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8" name="Underrubrik 2">
            <a:extLst>
              <a:ext uri="{FF2B5EF4-FFF2-40B4-BE49-F238E27FC236}">
                <a16:creationId xmlns:a16="http://schemas.microsoft.com/office/drawing/2014/main" id="{85E24E35-B4B8-52CC-BB41-57AD0F6E3A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984" y="2583474"/>
            <a:ext cx="1692000" cy="175675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tabLst/>
              <a:defRPr sz="1200">
                <a:solidFill>
                  <a:schemeClr val="tx2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19" name="Platshållare för text 2">
            <a:extLst>
              <a:ext uri="{FF2B5EF4-FFF2-40B4-BE49-F238E27FC236}">
                <a16:creationId xmlns:a16="http://schemas.microsoft.com/office/drawing/2014/main" id="{ABA804A6-5CAF-60FD-5454-E13B73372D2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570353" y="2574925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20" name="Platshållare för text 2">
            <a:extLst>
              <a:ext uri="{FF2B5EF4-FFF2-40B4-BE49-F238E27FC236}">
                <a16:creationId xmlns:a16="http://schemas.microsoft.com/office/drawing/2014/main" id="{7B56A631-E881-83AC-FB44-7AAF4E1D6AA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620722" y="2573337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21" name="Platshållare för text 2">
            <a:extLst>
              <a:ext uri="{FF2B5EF4-FFF2-40B4-BE49-F238E27FC236}">
                <a16:creationId xmlns:a16="http://schemas.microsoft.com/office/drawing/2014/main" id="{56F5E071-A6CB-062A-DAC7-D2A4C7B701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671091" y="2573337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</p:spTree>
    <p:extLst>
      <p:ext uri="{BB962C8B-B14F-4D97-AF65-F5344CB8AC3E}">
        <p14:creationId xmlns:p14="http://schemas.microsoft.com/office/powerpoint/2010/main" val="33207145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Rubrik fyra kolumner blå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1"/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3" name="Platshållare för text 10">
            <a:extLst>
              <a:ext uri="{FF2B5EF4-FFF2-40B4-BE49-F238E27FC236}">
                <a16:creationId xmlns:a16="http://schemas.microsoft.com/office/drawing/2014/main" id="{2F9627BB-5414-617F-73EB-51D3B271EC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846" y="550800"/>
            <a:ext cx="7545385" cy="8424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B906C984-9EAF-700A-A4FD-BAA5A00F1793}"/>
              </a:ext>
            </a:extLst>
          </p:cNvPr>
          <p:cNvGrpSpPr/>
          <p:nvPr userDrawn="1"/>
        </p:nvGrpSpPr>
        <p:grpSpPr>
          <a:xfrm>
            <a:off x="1149984" y="1883536"/>
            <a:ext cx="6583107" cy="144000"/>
            <a:chOff x="1149984" y="1883536"/>
            <a:chExt cx="6583107" cy="169200"/>
          </a:xfrm>
        </p:grpSpPr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FEF5C9B3-9184-E0E2-1F6F-8EEC58A0B1DF}"/>
                </a:ext>
              </a:extLst>
            </p:cNvPr>
            <p:cNvSpPr/>
            <p:nvPr userDrawn="1"/>
          </p:nvSpPr>
          <p:spPr>
            <a:xfrm>
              <a:off x="1149984" y="1883536"/>
              <a:ext cx="432000" cy="16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016F3D60-D652-0E5A-659D-FAF02E5425CE}"/>
                </a:ext>
              </a:extLst>
            </p:cNvPr>
            <p:cNvSpPr/>
            <p:nvPr userDrawn="1"/>
          </p:nvSpPr>
          <p:spPr>
            <a:xfrm>
              <a:off x="3200353" y="1883536"/>
              <a:ext cx="432000" cy="16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" name="Rektangel 10">
              <a:extLst>
                <a:ext uri="{FF2B5EF4-FFF2-40B4-BE49-F238E27FC236}">
                  <a16:creationId xmlns:a16="http://schemas.microsoft.com/office/drawing/2014/main" id="{0C16C58F-980E-BDED-6241-4E47D4943790}"/>
                </a:ext>
              </a:extLst>
            </p:cNvPr>
            <p:cNvSpPr/>
            <p:nvPr userDrawn="1"/>
          </p:nvSpPr>
          <p:spPr>
            <a:xfrm>
              <a:off x="7301091" y="1883536"/>
              <a:ext cx="432000" cy="169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E8ED0152-6A90-F2C7-5626-DFC9AF7E013B}"/>
                </a:ext>
              </a:extLst>
            </p:cNvPr>
            <p:cNvSpPr/>
            <p:nvPr userDrawn="1"/>
          </p:nvSpPr>
          <p:spPr>
            <a:xfrm>
              <a:off x="5250722" y="1883536"/>
              <a:ext cx="432000" cy="169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4FE7F092-8E69-84ED-D266-88A132D615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2" name="Underrubrik 2">
            <a:extLst>
              <a:ext uri="{FF2B5EF4-FFF2-40B4-BE49-F238E27FC236}">
                <a16:creationId xmlns:a16="http://schemas.microsoft.com/office/drawing/2014/main" id="{E57E7263-8A31-E284-E943-B7F1430106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984" y="2583474"/>
            <a:ext cx="1692000" cy="1756759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ACFD1ADB-BA55-5E73-70C3-FA1BF5A3F4C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570353" y="2574925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bg1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12" name="Platshållare för text 2">
            <a:extLst>
              <a:ext uri="{FF2B5EF4-FFF2-40B4-BE49-F238E27FC236}">
                <a16:creationId xmlns:a16="http://schemas.microsoft.com/office/drawing/2014/main" id="{054AA682-6A35-EC1E-E040-EE708A7CCB7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620722" y="2573337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bg1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  <p:sp>
        <p:nvSpPr>
          <p:cNvPr id="18" name="Platshållare för text 2">
            <a:extLst>
              <a:ext uri="{FF2B5EF4-FFF2-40B4-BE49-F238E27FC236}">
                <a16:creationId xmlns:a16="http://schemas.microsoft.com/office/drawing/2014/main" id="{93546395-F171-C452-2C2A-B7A64554BB0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671091" y="2573337"/>
            <a:ext cx="1692000" cy="1755537"/>
          </a:xfrm>
        </p:spPr>
        <p:txBody>
          <a:bodyPr>
            <a:normAutofit/>
          </a:bodyPr>
          <a:lstStyle>
            <a:lvl1pPr marL="6350" indent="0" algn="ctr">
              <a:lnSpc>
                <a:spcPct val="100000"/>
              </a:lnSpc>
              <a:buFontTx/>
              <a:buNone/>
              <a:tabLst/>
              <a:defRPr sz="1201">
                <a:solidFill>
                  <a:schemeClr val="bg1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Skriv text här</a:t>
            </a:r>
          </a:p>
        </p:txBody>
      </p:sp>
    </p:spTree>
    <p:extLst>
      <p:ext uri="{BB962C8B-B14F-4D97-AF65-F5344CB8AC3E}">
        <p14:creationId xmlns:p14="http://schemas.microsoft.com/office/powerpoint/2010/main" val="2228306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Rubrik grafik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objekt 11">
            <a:extLst>
              <a:ext uri="{FF2B5EF4-FFF2-40B4-BE49-F238E27FC236}">
                <a16:creationId xmlns:a16="http://schemas.microsoft.com/office/drawing/2014/main" id="{4D0BB575-4986-236D-C88B-0EEEA41CA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7" cy="327521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599714B5-6D78-2D2A-40FB-D2B7A1B3FF94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5367647" y="457200"/>
            <a:ext cx="3776353" cy="384851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Illustration/grafik här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04425678-0DF5-9922-F63D-5757C7DA6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501200"/>
            <a:ext cx="5912706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text 10">
            <a:extLst>
              <a:ext uri="{FF2B5EF4-FFF2-40B4-BE49-F238E27FC236}">
                <a16:creationId xmlns:a16="http://schemas.microsoft.com/office/drawing/2014/main" id="{3B975786-776A-F1D9-570A-7ECCC89E0E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5912705" cy="842400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</p:spTree>
    <p:extLst>
      <p:ext uri="{BB962C8B-B14F-4D97-AF65-F5344CB8AC3E}">
        <p14:creationId xmlns:p14="http://schemas.microsoft.com/office/powerpoint/2010/main" val="5274415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Rubrik grafik blå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6B7663E6-F2E7-E2F2-DA38-3E40E7AE54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274D7A50-F85B-0DFF-CEB1-9066A513A73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5367647" y="457200"/>
            <a:ext cx="3776353" cy="384851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Illustration/grafik här</a:t>
            </a: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265AE44E-52BC-F07D-93B1-034A1A4A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501200"/>
            <a:ext cx="5912706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7" name="Platshållare för text 10">
            <a:extLst>
              <a:ext uri="{FF2B5EF4-FFF2-40B4-BE49-F238E27FC236}">
                <a16:creationId xmlns:a16="http://schemas.microsoft.com/office/drawing/2014/main" id="{E542A371-7F7A-2A7C-187C-DE69741814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5912705" cy="842400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</p:spTree>
    <p:extLst>
      <p:ext uri="{BB962C8B-B14F-4D97-AF65-F5344CB8AC3E}">
        <p14:creationId xmlns:p14="http://schemas.microsoft.com/office/powerpoint/2010/main" val="33014385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Rubrik grafik bei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objekt 11">
            <a:extLst>
              <a:ext uri="{FF2B5EF4-FFF2-40B4-BE49-F238E27FC236}">
                <a16:creationId xmlns:a16="http://schemas.microsoft.com/office/drawing/2014/main" id="{4D0BB575-4986-236D-C88B-0EEEA41CA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7" cy="327521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Platshållare för bild 2">
            <a:extLst>
              <a:ext uri="{FF2B5EF4-FFF2-40B4-BE49-F238E27FC236}">
                <a16:creationId xmlns:a16="http://schemas.microsoft.com/office/drawing/2014/main" id="{6CA7CCBC-B7DC-7ADC-D9B9-2D9CE4A3E36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5367647" y="457200"/>
            <a:ext cx="3776353" cy="384851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Illustration/grafik här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4B08A2B-B606-AF7B-2E1F-9565AAD60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501200"/>
            <a:ext cx="5912706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400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text 10">
            <a:extLst>
              <a:ext uri="{FF2B5EF4-FFF2-40B4-BE49-F238E27FC236}">
                <a16:creationId xmlns:a16="http://schemas.microsoft.com/office/drawing/2014/main" id="{541F6391-B452-D301-ECC2-7EF8821B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800"/>
            <a:ext cx="5912705" cy="842400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</p:spTree>
    <p:extLst>
      <p:ext uri="{BB962C8B-B14F-4D97-AF65-F5344CB8AC3E}">
        <p14:creationId xmlns:p14="http://schemas.microsoft.com/office/powerpoint/2010/main" val="2843819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Rubrik grafik aprikos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objekt 11">
            <a:extLst>
              <a:ext uri="{FF2B5EF4-FFF2-40B4-BE49-F238E27FC236}">
                <a16:creationId xmlns:a16="http://schemas.microsoft.com/office/drawing/2014/main" id="{4D0BB575-4986-236D-C88B-0EEEA41CA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7" cy="327521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Platshållare för bild 2">
            <a:extLst>
              <a:ext uri="{FF2B5EF4-FFF2-40B4-BE49-F238E27FC236}">
                <a16:creationId xmlns:a16="http://schemas.microsoft.com/office/drawing/2014/main" id="{6CA7CCBC-B7DC-7ADC-D9B9-2D9CE4A3E36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5367647" y="457200"/>
            <a:ext cx="3776353" cy="384851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343209" indent="0">
              <a:buNone/>
              <a:defRPr sz="2102"/>
            </a:lvl2pPr>
            <a:lvl3pPr marL="686417" indent="0">
              <a:buNone/>
              <a:defRPr sz="1802"/>
            </a:lvl3pPr>
            <a:lvl4pPr marL="1029626" indent="0">
              <a:buNone/>
              <a:defRPr sz="1501"/>
            </a:lvl4pPr>
            <a:lvl5pPr marL="1372834" indent="0">
              <a:buNone/>
              <a:defRPr sz="1501"/>
            </a:lvl5pPr>
            <a:lvl6pPr marL="1716043" indent="0">
              <a:buNone/>
              <a:defRPr sz="1501"/>
            </a:lvl6pPr>
            <a:lvl7pPr marL="2059252" indent="0">
              <a:buNone/>
              <a:defRPr sz="1501"/>
            </a:lvl7pPr>
            <a:lvl8pPr marL="2402460" indent="0">
              <a:buNone/>
              <a:defRPr sz="1501"/>
            </a:lvl8pPr>
            <a:lvl9pPr marL="2745669" indent="0">
              <a:buNone/>
              <a:defRPr sz="1501"/>
            </a:lvl9pPr>
          </a:lstStyle>
          <a:p>
            <a:r>
              <a:rPr lang="sv-SE" dirty="0"/>
              <a:t>Illustration/grafik här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71776AD-ADB8-DACB-D54C-12808DFC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800" y="1501200"/>
            <a:ext cx="5912706" cy="2682906"/>
          </a:xfrm>
        </p:spPr>
        <p:txBody>
          <a:bodyPr>
            <a:normAutofit/>
          </a:bodyPr>
          <a:lstStyle>
            <a:lvl1pPr marL="182563" indent="-176213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400">
                <a:solidFill>
                  <a:schemeClr val="tx2"/>
                </a:solidFill>
              </a:defRPr>
            </a:lvl1pPr>
            <a:lvl2pPr marL="343209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6417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962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2834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604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925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2460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5669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text 10">
            <a:extLst>
              <a:ext uri="{FF2B5EF4-FFF2-40B4-BE49-F238E27FC236}">
                <a16:creationId xmlns:a16="http://schemas.microsoft.com/office/drawing/2014/main" id="{63038DC3-6A7E-1782-9EEF-F593BC789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4800" y="838952"/>
            <a:ext cx="5912705" cy="842400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</p:spTree>
    <p:extLst>
      <p:ext uri="{BB962C8B-B14F-4D97-AF65-F5344CB8AC3E}">
        <p14:creationId xmlns:p14="http://schemas.microsoft.com/office/powerpoint/2010/main" val="1056041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Diagram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objekt 11">
            <a:extLst>
              <a:ext uri="{FF2B5EF4-FFF2-40B4-BE49-F238E27FC236}">
                <a16:creationId xmlns:a16="http://schemas.microsoft.com/office/drawing/2014/main" id="{4D0BB575-4986-236D-C88B-0EEEA41CA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7" cy="327521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77D19A5-6C3F-F7A3-CECE-BD5E90AB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DA9D108-090D-2B37-FC80-4FFBDF5E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Platshållare för innehåll 7">
            <a:extLst>
              <a:ext uri="{FF2B5EF4-FFF2-40B4-BE49-F238E27FC236}">
                <a16:creationId xmlns:a16="http://schemas.microsoft.com/office/drawing/2014/main" id="{062C2B61-3592-111E-CEB0-3116DF1B84A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64800" y="1650671"/>
            <a:ext cx="3852000" cy="2513698"/>
          </a:xfrm>
        </p:spPr>
        <p:txBody>
          <a:bodyPr/>
          <a:lstStyle/>
          <a:p>
            <a:pPr lvl="0"/>
            <a:r>
              <a:rPr lang="sv-SE" dirty="0"/>
              <a:t>Diagram</a:t>
            </a:r>
          </a:p>
        </p:txBody>
      </p:sp>
      <p:sp>
        <p:nvSpPr>
          <p:cNvPr id="8" name="Platshållare för diagram 7">
            <a:extLst>
              <a:ext uri="{FF2B5EF4-FFF2-40B4-BE49-F238E27FC236}">
                <a16:creationId xmlns:a16="http://schemas.microsoft.com/office/drawing/2014/main" id="{1A804518-0DAA-6BB3-212E-35DD25B827A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845600" y="1650671"/>
            <a:ext cx="3852000" cy="2513698"/>
          </a:xfrm>
          <a:noFill/>
        </p:spPr>
        <p:txBody>
          <a:bodyPr/>
          <a:lstStyle/>
          <a:p>
            <a:endParaRPr lang="sv-SE" dirty="0"/>
          </a:p>
        </p:txBody>
      </p:sp>
      <p:sp>
        <p:nvSpPr>
          <p:cNvPr id="3" name="Platshållare för SmartArt 11">
            <a:extLst>
              <a:ext uri="{FF2B5EF4-FFF2-40B4-BE49-F238E27FC236}">
                <a16:creationId xmlns:a16="http://schemas.microsoft.com/office/drawing/2014/main" id="{497B846F-2A7C-0CA6-F484-65D7B5012A9E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text 10">
            <a:extLst>
              <a:ext uri="{FF2B5EF4-FFF2-40B4-BE49-F238E27FC236}">
                <a16:creationId xmlns:a16="http://schemas.microsoft.com/office/drawing/2014/main" id="{4719CC0D-34EE-705B-D2F7-33750DF0DF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4800" y="550801"/>
            <a:ext cx="7667632" cy="500399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</p:spTree>
    <p:extLst>
      <p:ext uri="{BB962C8B-B14F-4D97-AF65-F5344CB8AC3E}">
        <p14:creationId xmlns:p14="http://schemas.microsoft.com/office/powerpoint/2010/main" val="10188554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ab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10">
            <a:extLst>
              <a:ext uri="{FF2B5EF4-FFF2-40B4-BE49-F238E27FC236}">
                <a16:creationId xmlns:a16="http://schemas.microsoft.com/office/drawing/2014/main" id="{E52B5E30-06EB-AD90-8C82-F873E552AE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4800" y="550801"/>
            <a:ext cx="7667632" cy="500399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  <p:sp>
        <p:nvSpPr>
          <p:cNvPr id="7" name="Platshållare för innehåll 7">
            <a:extLst>
              <a:ext uri="{FF2B5EF4-FFF2-40B4-BE49-F238E27FC236}">
                <a16:creationId xmlns:a16="http://schemas.microsoft.com/office/drawing/2014/main" id="{B3F5FC68-C64F-887C-2600-741CFB8FDD4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64800" y="1638795"/>
            <a:ext cx="7667632" cy="2670516"/>
          </a:xfrm>
        </p:spPr>
        <p:txBody>
          <a:bodyPr/>
          <a:lstStyle/>
          <a:p>
            <a:pPr lvl="0"/>
            <a:r>
              <a:rPr lang="sv-SE" dirty="0"/>
              <a:t>Tabell</a:t>
            </a:r>
          </a:p>
        </p:txBody>
      </p:sp>
      <p:sp>
        <p:nvSpPr>
          <p:cNvPr id="2" name="Platshållare för SmartArt 11">
            <a:extLst>
              <a:ext uri="{FF2B5EF4-FFF2-40B4-BE49-F238E27FC236}">
                <a16:creationId xmlns:a16="http://schemas.microsoft.com/office/drawing/2014/main" id="{AB58BB7D-6CE7-00FE-EFCF-A78BA9EEBE36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0" y="1753200"/>
            <a:ext cx="360000" cy="118745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accent3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B7A594FD-6312-0CF0-328A-727274365D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8" name="Platshållare för sidfot 4">
            <a:extLst>
              <a:ext uri="{FF2B5EF4-FFF2-40B4-BE49-F238E27FC236}">
                <a16:creationId xmlns:a16="http://schemas.microsoft.com/office/drawing/2014/main" id="{CCB150C0-BC4D-2989-2DCB-900ED08E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732996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idsli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innehåll 7">
            <a:extLst>
              <a:ext uri="{FF2B5EF4-FFF2-40B4-BE49-F238E27FC236}">
                <a16:creationId xmlns:a16="http://schemas.microsoft.com/office/drawing/2014/main" id="{B3F5FC68-C64F-887C-2600-741CFB8FDD4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64800" y="2096220"/>
            <a:ext cx="7667632" cy="741600"/>
          </a:xfrm>
        </p:spPr>
        <p:txBody>
          <a:bodyPr/>
          <a:lstStyle/>
          <a:p>
            <a:pPr lvl="0"/>
            <a:r>
              <a:rPr lang="sv-SE" dirty="0"/>
              <a:t>Tidslinje</a:t>
            </a:r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618DD09A-768F-2DB6-6E14-CDC1D6B8A5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64800" y="2967038"/>
            <a:ext cx="1476375" cy="1027112"/>
          </a:xfrm>
        </p:spPr>
        <p:txBody>
          <a:bodyPr>
            <a:no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8" name="Platshållare för text 5">
            <a:extLst>
              <a:ext uri="{FF2B5EF4-FFF2-40B4-BE49-F238E27FC236}">
                <a16:creationId xmlns:a16="http://schemas.microsoft.com/office/drawing/2014/main" id="{40461B49-CED7-8990-DCED-A45002A74CE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37015" y="2967038"/>
            <a:ext cx="1476375" cy="1027112"/>
          </a:xfrm>
        </p:spPr>
        <p:txBody>
          <a:bodyPr>
            <a:no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9" name="Platshållare för text 5">
            <a:extLst>
              <a:ext uri="{FF2B5EF4-FFF2-40B4-BE49-F238E27FC236}">
                <a16:creationId xmlns:a16="http://schemas.microsoft.com/office/drawing/2014/main" id="{C1861E9D-3CAA-8EF5-7C0C-E049298668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9230" y="2967038"/>
            <a:ext cx="1476375" cy="1027112"/>
          </a:xfrm>
        </p:spPr>
        <p:txBody>
          <a:bodyPr>
            <a:no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0" name="Platshållare för text 5">
            <a:extLst>
              <a:ext uri="{FF2B5EF4-FFF2-40B4-BE49-F238E27FC236}">
                <a16:creationId xmlns:a16="http://schemas.microsoft.com/office/drawing/2014/main" id="{AA246D07-A5B0-FD9C-00CB-225E206217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1445" y="2967038"/>
            <a:ext cx="1476375" cy="1027112"/>
          </a:xfrm>
        </p:spPr>
        <p:txBody>
          <a:bodyPr>
            <a:no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2" name="Platshållare för datum 3">
            <a:extLst>
              <a:ext uri="{FF2B5EF4-FFF2-40B4-BE49-F238E27FC236}">
                <a16:creationId xmlns:a16="http://schemas.microsoft.com/office/drawing/2014/main" id="{2B06A744-3075-D635-0BB2-0BA73BD5E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11" name="Platshållare för sidfot 4">
            <a:extLst>
              <a:ext uri="{FF2B5EF4-FFF2-40B4-BE49-F238E27FC236}">
                <a16:creationId xmlns:a16="http://schemas.microsoft.com/office/drawing/2014/main" id="{AE687728-19E5-BC5F-1A7C-02B7674C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4" name="Platshållare för text 10">
            <a:extLst>
              <a:ext uri="{FF2B5EF4-FFF2-40B4-BE49-F238E27FC236}">
                <a16:creationId xmlns:a16="http://schemas.microsoft.com/office/drawing/2014/main" id="{5ABBF7F2-F7EC-EB92-5F14-759DE9BB34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4800" y="550801"/>
            <a:ext cx="7667632" cy="500399"/>
          </a:xfrm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/>
              <a:t>Rubrik på en eller två rader här</a:t>
            </a:r>
          </a:p>
        </p:txBody>
      </p:sp>
    </p:spTree>
    <p:extLst>
      <p:ext uri="{BB962C8B-B14F-4D97-AF65-F5344CB8AC3E}">
        <p14:creationId xmlns:p14="http://schemas.microsoft.com/office/powerpoint/2010/main" val="35435299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Avsl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derrubrik 2">
            <a:extLst>
              <a:ext uri="{FF2B5EF4-FFF2-40B4-BE49-F238E27FC236}">
                <a16:creationId xmlns:a16="http://schemas.microsoft.com/office/drawing/2014/main" id="{FC2832F1-E128-AA93-2103-D163E9A982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936" y="2704030"/>
            <a:ext cx="7370064" cy="1242972"/>
          </a:xfrm>
        </p:spPr>
        <p:txBody>
          <a:bodyPr/>
          <a:lstStyle>
            <a:lvl1pPr marL="0" indent="0" algn="l">
              <a:buNone/>
              <a:defRPr sz="180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3209" indent="0" algn="ctr">
              <a:buNone/>
              <a:defRPr sz="1501"/>
            </a:lvl2pPr>
            <a:lvl3pPr marL="686417" indent="0" algn="ctr">
              <a:buNone/>
              <a:defRPr sz="1351"/>
            </a:lvl3pPr>
            <a:lvl4pPr marL="1029626" indent="0" algn="ctr">
              <a:buNone/>
              <a:defRPr sz="1201"/>
            </a:lvl4pPr>
            <a:lvl5pPr marL="1372834" indent="0" algn="ctr">
              <a:buNone/>
              <a:defRPr sz="1201"/>
            </a:lvl5pPr>
            <a:lvl6pPr marL="1716043" indent="0" algn="ctr">
              <a:buNone/>
              <a:defRPr sz="1201"/>
            </a:lvl6pPr>
            <a:lvl7pPr marL="2059252" indent="0" algn="ctr">
              <a:buNone/>
              <a:defRPr sz="1201"/>
            </a:lvl7pPr>
            <a:lvl8pPr marL="2402460" indent="0" algn="ctr">
              <a:buNone/>
              <a:defRPr sz="1201"/>
            </a:lvl8pPr>
            <a:lvl9pPr marL="2745669" indent="0" algn="ctr">
              <a:buNone/>
              <a:defRPr sz="1201"/>
            </a:lvl9pPr>
          </a:lstStyle>
          <a:p>
            <a:r>
              <a:rPr lang="sv-SE" dirty="0"/>
              <a:t>Underrubrik här</a:t>
            </a:r>
          </a:p>
          <a:p>
            <a:r>
              <a:rPr lang="sv-SE" dirty="0"/>
              <a:t>Presentatör</a:t>
            </a:r>
          </a:p>
        </p:txBody>
      </p:sp>
      <p:sp>
        <p:nvSpPr>
          <p:cNvPr id="6" name="Platshållare för sidfot 4">
            <a:extLst>
              <a:ext uri="{FF2B5EF4-FFF2-40B4-BE49-F238E27FC236}">
                <a16:creationId xmlns:a16="http://schemas.microsoft.com/office/drawing/2014/main" id="{A624F736-AB9E-E6D3-4777-5FA77D8BCDCA}"/>
              </a:ext>
            </a:extLst>
          </p:cNvPr>
          <p:cNvSpPr txBox="1">
            <a:spLocks/>
          </p:cNvSpPr>
          <p:nvPr userDrawn="1"/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ctr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EF930692-A763-BC4B-B840-55C4B3424A3F}"/>
              </a:ext>
            </a:extLst>
          </p:cNvPr>
          <p:cNvSpPr txBox="1">
            <a:spLocks/>
          </p:cNvSpPr>
          <p:nvPr userDrawn="1"/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601" b="0" i="0" kern="12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2" name="Platshållare för text 12">
            <a:extLst>
              <a:ext uri="{FF2B5EF4-FFF2-40B4-BE49-F238E27FC236}">
                <a16:creationId xmlns:a16="http://schemas.microsoft.com/office/drawing/2014/main" id="{C89830AD-6599-6D5F-8CD1-C679A86C4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238" y="1271588"/>
            <a:ext cx="5761037" cy="130175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sz="36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sv-SE" dirty="0"/>
              <a:t>Tack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D8FF172-20E9-7521-7CCC-588B83C926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14232" y="4607916"/>
            <a:ext cx="674888" cy="32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838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57.xml"/><Relationship Id="rId40" Type="http://schemas.openxmlformats.org/officeDocument/2006/relationships/theme" Target="../theme/theme2.xml"/><Relationship Id="rId41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8840ADED-084D-1E45-C26A-F21F188F36BC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7212720" y="416967"/>
            <a:ext cx="1676400" cy="813553"/>
          </a:xfrm>
          <a:prstGeom prst="rect">
            <a:avLst/>
          </a:prstGeom>
        </p:spPr>
      </p:pic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59A4A9F2-BBC9-7A29-DC87-6A1B4BE9E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4" name="Platshållare för sidfot 4">
            <a:extLst>
              <a:ext uri="{FF2B5EF4-FFF2-40B4-BE49-F238E27FC236}">
                <a16:creationId xmlns:a16="http://schemas.microsoft.com/office/drawing/2014/main" id="{2F4195E1-FF79-3071-277C-6AC1305A3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text 2">
            <a:extLst>
              <a:ext uri="{FF2B5EF4-FFF2-40B4-BE49-F238E27FC236}">
                <a16:creationId xmlns:a16="http://schemas.microsoft.com/office/drawing/2014/main" id="{EE9BC129-1815-C85C-EB26-EC59DA900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487"/>
            <a:ext cx="7886700" cy="32665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6" name="Platshållare för rubrik 16">
            <a:extLst>
              <a:ext uri="{FF2B5EF4-FFF2-40B4-BE49-F238E27FC236}">
                <a16:creationId xmlns:a16="http://schemas.microsoft.com/office/drawing/2014/main" id="{D0AC25D1-14A4-64D9-BE05-970109AC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3896005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37" r:id="rId2"/>
    <p:sldLayoutId id="2147483708" r:id="rId3"/>
    <p:sldLayoutId id="2147483709" r:id="rId4"/>
    <p:sldLayoutId id="2147483766" r:id="rId5"/>
    <p:sldLayoutId id="2147483767" r:id="rId6"/>
    <p:sldLayoutId id="2147483768" r:id="rId7"/>
    <p:sldLayoutId id="2147483846" r:id="rId8"/>
    <p:sldLayoutId id="2147483737" r:id="rId9"/>
    <p:sldLayoutId id="2147483769" r:id="rId10"/>
    <p:sldLayoutId id="2147483810" r:id="rId11"/>
    <p:sldLayoutId id="2147483811" r:id="rId12"/>
    <p:sldLayoutId id="2147483812" r:id="rId13"/>
    <p:sldLayoutId id="2147483827" r:id="rId14"/>
    <p:sldLayoutId id="2147483814" r:id="rId15"/>
    <p:sldLayoutId id="2147483815" r:id="rId16"/>
    <p:sldLayoutId id="2147483816" r:id="rId17"/>
    <p:sldLayoutId id="214748381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D8DFDAE-6C36-0538-F678-A6E2E847A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487"/>
            <a:ext cx="7886700" cy="32665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79041227-B1CC-14DC-9793-0D1CD259E716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8214232" y="4607916"/>
            <a:ext cx="674887" cy="327521"/>
          </a:xfrm>
          <a:prstGeom prst="rect">
            <a:avLst/>
          </a:prstGeom>
        </p:spPr>
      </p:pic>
      <p:sp>
        <p:nvSpPr>
          <p:cNvPr id="17" name="Platshållare för rubrik 16">
            <a:extLst>
              <a:ext uri="{FF2B5EF4-FFF2-40B4-BE49-F238E27FC236}">
                <a16:creationId xmlns:a16="http://schemas.microsoft.com/office/drawing/2014/main" id="{07200F59-B8F4-CB34-4B8C-232AFD75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19" name="Platshållare för datum 3">
            <a:extLst>
              <a:ext uri="{FF2B5EF4-FFF2-40B4-BE49-F238E27FC236}">
                <a16:creationId xmlns:a16="http://schemas.microsoft.com/office/drawing/2014/main" id="{B4BFB0C9-C07D-D0C3-8F62-A8380AA6A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880" y="4771677"/>
            <a:ext cx="2111130" cy="274098"/>
          </a:xfrm>
          <a:prstGeom prst="rect">
            <a:avLst/>
          </a:prstGeom>
        </p:spPr>
        <p:txBody>
          <a:bodyPr/>
          <a:lstStyle>
            <a:lvl1pPr>
              <a:defRPr sz="60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FBA5F4C-52BF-EF48-AF1F-27710B52066C}" type="datetime1">
              <a:rPr lang="sv-SE" smtClean="0"/>
              <a:pPr/>
              <a:t>2026-10-16</a:t>
            </a:fld>
            <a:endParaRPr lang="sv-SE" dirty="0"/>
          </a:p>
        </p:txBody>
      </p:sp>
      <p:sp>
        <p:nvSpPr>
          <p:cNvPr id="20" name="Platshållare för sidfot 4">
            <a:extLst>
              <a:ext uri="{FF2B5EF4-FFF2-40B4-BE49-F238E27FC236}">
                <a16:creationId xmlns:a16="http://schemas.microsoft.com/office/drawing/2014/main" id="{5B8C1734-3441-F1F2-0ED3-B8F2A72BB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71677"/>
            <a:ext cx="3086100" cy="274098"/>
          </a:xfrm>
          <a:prstGeom prst="rect">
            <a:avLst/>
          </a:prstGeom>
        </p:spPr>
        <p:txBody>
          <a:bodyPr/>
          <a:lstStyle>
            <a:lvl1pPr algn="ctr">
              <a:defRPr sz="601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787FE0-54BD-6940-860C-C2D6FB51E299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11122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7" r:id="rId2"/>
    <p:sldLayoutId id="2147483786" r:id="rId3"/>
    <p:sldLayoutId id="2147483789" r:id="rId4"/>
    <p:sldLayoutId id="2147483817" r:id="rId5"/>
    <p:sldLayoutId id="2147483819" r:id="rId6"/>
    <p:sldLayoutId id="2147483818" r:id="rId7"/>
    <p:sldLayoutId id="2147483790" r:id="rId8"/>
    <p:sldLayoutId id="2147483792" r:id="rId9"/>
    <p:sldLayoutId id="2147483825" r:id="rId10"/>
    <p:sldLayoutId id="2147483793" r:id="rId11"/>
    <p:sldLayoutId id="2147483820" r:id="rId12"/>
    <p:sldLayoutId id="2147483845" r:id="rId13"/>
    <p:sldLayoutId id="2147483794" r:id="rId14"/>
    <p:sldLayoutId id="2147483795" r:id="rId15"/>
    <p:sldLayoutId id="2147483809" r:id="rId16"/>
    <p:sldLayoutId id="2147483857" r:id="rId17"/>
    <p:sldLayoutId id="2147483838" r:id="rId18"/>
    <p:sldLayoutId id="2147483852" r:id="rId19"/>
    <p:sldLayoutId id="2147483832" r:id="rId20"/>
    <p:sldLayoutId id="2147483849" r:id="rId21"/>
    <p:sldLayoutId id="2147483843" r:id="rId22"/>
    <p:sldLayoutId id="2147483822" r:id="rId23"/>
    <p:sldLayoutId id="2147483834" r:id="rId24"/>
    <p:sldLayoutId id="2147483828" r:id="rId25"/>
    <p:sldLayoutId id="2147483796" r:id="rId26"/>
    <p:sldLayoutId id="2147483824" r:id="rId27"/>
    <p:sldLayoutId id="2147483855" r:id="rId28"/>
    <p:sldLayoutId id="2147483831" r:id="rId29"/>
    <p:sldLayoutId id="2147483854" r:id="rId30"/>
    <p:sldLayoutId id="2147483847" r:id="rId31"/>
    <p:sldLayoutId id="2147483804" r:id="rId32"/>
    <p:sldLayoutId id="2147483802" r:id="rId33"/>
    <p:sldLayoutId id="2147483803" r:id="rId34"/>
    <p:sldLayoutId id="2147483840" r:id="rId35"/>
    <p:sldLayoutId id="2147483805" r:id="rId36"/>
    <p:sldLayoutId id="2147483839" r:id="rId37"/>
    <p:sldLayoutId id="2147483841" r:id="rId38"/>
    <p:sldLayoutId id="2147483844" r:id="rId39"/>
  </p:sldLayoutIdLst>
  <p:hf hdr="0"/>
  <p:txStyles>
    <p:titleStyle>
      <a:lvl1pPr algn="ctr" defTabSz="686417" rtl="0" eaLnBrk="1" latinLnBrk="0" hangingPunct="1">
        <a:lnSpc>
          <a:spcPct val="90000"/>
        </a:lnSpc>
        <a:spcBef>
          <a:spcPct val="0"/>
        </a:spcBef>
        <a:buNone/>
        <a:defRPr sz="3303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604" indent="-171604" algn="l" defTabSz="686417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2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813" indent="-171604" algn="l" defTabSz="6864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2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8022" indent="-171604" algn="l" defTabSz="6864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1230" indent="-171604" algn="l" defTabSz="6864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4439" indent="-171604" algn="l" defTabSz="6864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7647" indent="-171604" algn="l" defTabSz="6864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30856" indent="-171604" algn="l" defTabSz="6864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4065" indent="-171604" algn="l" defTabSz="6864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7273" indent="-171604" algn="l" defTabSz="6864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209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417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626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834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6043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9252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2460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5669" algn="l" defTabSz="686417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2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{{KALLA}}</a:t>
            </a:r>
          </a:p>
          <a:p>
            <a:r>
              <a:t>{{FORFATTARE}}</a:t>
            </a:r>
          </a:p>
          <a:p>
            <a:r>
              <a:t>{{ID}}</a:t>
            </a:r>
          </a:p>
          <a:p>
            <a:r>
              <a:t>{{PRESENTATOR}}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30936" y="1051560"/>
            <a:ext cx="7370064" cy="1517904"/>
          </a:xfrm>
        </p:spPr>
        <p:txBody>
          <a:bodyPr/>
          <a:lstStyle/>
          <a:p>
            <a:r>
              <a:t>{{TITEL}}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{{S2_TEXT}}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{{S2_RUBRIK}}</a:t>
            </a:r>
          </a:p>
        </p:txBody>
      </p:sp>
      <p:sp>
        <p:nvSpPr>
          <p:cNvPr id="900" name="Datum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{{DATUM}}</a:t>
            </a:r>
          </a:p>
        </p:txBody>
      </p:sp>
      <p:sp>
        <p:nvSpPr>
          <p:cNvPr id="901" name="Sidnumm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{{S3_K1}}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{{S3_K2}}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{{S3_K3}}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{{S3_RUBRIK}}</a:t>
            </a:r>
          </a:p>
        </p:txBody>
      </p:sp>
      <p:sp>
        <p:nvSpPr>
          <p:cNvPr id="900" name="Datum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{{DATUM}}</a:t>
            </a:r>
          </a:p>
        </p:txBody>
      </p:sp>
      <p:sp>
        <p:nvSpPr>
          <p:cNvPr id="901" name="Sidnumm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{{S4_RUBRIK}}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4800" y="1638795"/>
          <a:ext cx="7671816" cy="20116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94560"/>
                <a:gridCol w="1828800"/>
                <a:gridCol w="1828800"/>
                <a:gridCol w="1819656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/>
                        <a:t>{{T_0_0}}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{{T_0_1}}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{{T_0_2}}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{{T_0_3}}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/>
                        <a:t>{{T_1_0}}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{{T_1_1}}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{{T_1_2}}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{{T_1_3}}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/>
                        <a:t>{{T_2_0}}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{{T_2_1}}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{{T_2_2}}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{{T_2_3}}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/>
                        <a:t>{{T_3_0}}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{{T_3_1}}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{{T_3_2}}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{{T_3_3}}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00" name="Datum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{{DATUM}}</a:t>
            </a:r>
          </a:p>
        </p:txBody>
      </p:sp>
      <p:sp>
        <p:nvSpPr>
          <p:cNvPr id="901" name="Sidnumm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{{S5_TEXT}}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{{S5_RUBRIK}}</a:t>
            </a:r>
          </a:p>
        </p:txBody>
      </p:sp>
      <p:sp>
        <p:nvSpPr>
          <p:cNvPr id="900" name="Datum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{{DATUM}}</a:t>
            </a:r>
          </a:p>
        </p:txBody>
      </p:sp>
      <p:sp>
        <p:nvSpPr>
          <p:cNvPr id="901" name="Sidnumm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{{S6_K1}}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{{S6_K2}}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{{S6_K3}}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{{S6_RUBRIK}}</a:t>
            </a:r>
          </a:p>
        </p:txBody>
      </p:sp>
      <p:sp>
        <p:nvSpPr>
          <p:cNvPr id="900" name="Datum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{{DATUM}}</a:t>
            </a:r>
          </a:p>
        </p:txBody>
      </p:sp>
      <p:sp>
        <p:nvSpPr>
          <p:cNvPr id="901" name="Sidnumm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{{S7_TEXT}}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{{S7_RUBRIK}}</a:t>
            </a:r>
          </a:p>
        </p:txBody>
      </p:sp>
      <p:sp>
        <p:nvSpPr>
          <p:cNvPr id="900" name="Datum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{{DATUM}}</a:t>
            </a:r>
          </a:p>
        </p:txBody>
      </p:sp>
      <p:sp>
        <p:nvSpPr>
          <p:cNvPr id="901" name="Sidnumm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A787FE0-54BD-6940-860C-C2D6FB51E299}" type="slidenum">
              <a:rPr lang="sv-SE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{{S8_TEXT}}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{{S8_RUBRIK}}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ös (presentation)">
  <a:themeElements>
    <a:clrScheme name="Egen 2">
      <a:dk1>
        <a:srgbClr val="000000"/>
      </a:dk1>
      <a:lt1>
        <a:srgbClr val="FFFFFF"/>
      </a:lt1>
      <a:dk2>
        <a:srgbClr val="1E1E51"/>
      </a:dk2>
      <a:lt2>
        <a:srgbClr val="F5F5F5"/>
      </a:lt2>
      <a:accent1>
        <a:srgbClr val="CE1034"/>
      </a:accent1>
      <a:accent2>
        <a:srgbClr val="F87170"/>
      </a:accent2>
      <a:accent3>
        <a:srgbClr val="FB4747"/>
      </a:accent3>
      <a:accent4>
        <a:srgbClr val="372AB8"/>
      </a:accent4>
      <a:accent5>
        <a:srgbClr val="ECD9C3"/>
      </a:accent5>
      <a:accent6>
        <a:srgbClr val="2C756E"/>
      </a:accent6>
      <a:hlink>
        <a:srgbClr val="F1D270"/>
      </a:hlink>
      <a:folHlink>
        <a:srgbClr val="ECD9C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empel ppt-mall" id="{55052625-21D0-405C-9367-5B3BB84810B5}" vid="{E1809EE2-8D55-4FD6-80DA-EEBDB696DBEC}"/>
    </a:ext>
  </a:extLst>
</a:theme>
</file>

<file path=ppt/theme/theme2.xml><?xml version="1.0" encoding="utf-8"?>
<a:theme xmlns:a="http://schemas.openxmlformats.org/drawingml/2006/main" name="Inlaga">
  <a:themeElements>
    <a:clrScheme name="Egen 1">
      <a:dk1>
        <a:srgbClr val="000000"/>
      </a:dk1>
      <a:lt1>
        <a:srgbClr val="FFFFFF"/>
      </a:lt1>
      <a:dk2>
        <a:srgbClr val="1E1E51"/>
      </a:dk2>
      <a:lt2>
        <a:srgbClr val="F5F5F5"/>
      </a:lt2>
      <a:accent1>
        <a:srgbClr val="D0002C"/>
      </a:accent1>
      <a:accent2>
        <a:srgbClr val="F87170"/>
      </a:accent2>
      <a:accent3>
        <a:srgbClr val="FB4747"/>
      </a:accent3>
      <a:accent4>
        <a:srgbClr val="372AB8"/>
      </a:accent4>
      <a:accent5>
        <a:srgbClr val="ECD9C3"/>
      </a:accent5>
      <a:accent6>
        <a:srgbClr val="2C756E"/>
      </a:accent6>
      <a:hlink>
        <a:srgbClr val="F1D270"/>
      </a:hlink>
      <a:folHlink>
        <a:srgbClr val="ECD9C5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empel ppt-mall" id="{55052625-21D0-405C-9367-5B3BB84810B5}" vid="{BDAE7B5C-A583-4DE8-B311-48AE40624D6C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ab0caa-3277-419f-8d3e-ec143247281e">
      <Terms xmlns="http://schemas.microsoft.com/office/infopath/2007/PartnerControls"/>
    </lcf76f155ced4ddcb4097134ff3c332f>
    <TaxCatchAll xmlns="8f338f67-29b5-46b6-b282-1a436408b31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3005D24D0110A44B1647A5AECA294B0" ma:contentTypeVersion="13" ma:contentTypeDescription="Skapa ett nytt dokument." ma:contentTypeScope="" ma:versionID="f8f0eaf00619c03e9ff16664f3490dd1">
  <xsd:schema xmlns:xsd="http://www.w3.org/2001/XMLSchema" xmlns:xs="http://www.w3.org/2001/XMLSchema" xmlns:p="http://schemas.microsoft.com/office/2006/metadata/properties" xmlns:ns2="03ab0caa-3277-419f-8d3e-ec143247281e" xmlns:ns3="8f338f67-29b5-46b6-b282-1a436408b318" targetNamespace="http://schemas.microsoft.com/office/2006/metadata/properties" ma:root="true" ma:fieldsID="d52046e1b823203a5c0d06df110da6ae" ns2:_="" ns3:_="">
    <xsd:import namespace="03ab0caa-3277-419f-8d3e-ec143247281e"/>
    <xsd:import namespace="8f338f67-29b5-46b6-b282-1a436408b3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ab0caa-3277-419f-8d3e-ec14324728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markeringar" ma:readOnly="false" ma:fieldId="{5cf76f15-5ced-4ddc-b409-7134ff3c332f}" ma:taxonomyMulti="true" ma:sspId="f56b5669-8d4c-4328-81e7-31ab7de9bc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38f67-29b5-46b6-b282-1a436408b31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155d74e7-de4d-448e-a3ab-d4ae5f720f26}" ma:internalName="TaxCatchAll" ma:showField="CatchAllData" ma:web="8f338f67-29b5-46b6-b282-1a436408b3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C36FDD-ECC4-4D70-9CC4-C2B1ED3CBE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769D3F-93C0-47D0-9299-9964A33521D9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c12a6e60-d610-442d-a559-afe0a15a79f9"/>
    <ds:schemaRef ds:uri="http://www.w3.org/XML/1998/namespace"/>
    <ds:schemaRef ds:uri="03ab0caa-3277-419f-8d3e-ec143247281e"/>
    <ds:schemaRef ds:uri="8f338f67-29b5-46b6-b282-1a436408b318"/>
  </ds:schemaRefs>
</ds:datastoreItem>
</file>

<file path=customXml/itemProps3.xml><?xml version="1.0" encoding="utf-8"?>
<ds:datastoreItem xmlns:ds="http://schemas.openxmlformats.org/officeDocument/2006/customXml" ds:itemID="{34D0B71F-AAFA-496B-9330-49D86E712D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ab0caa-3277-419f-8d3e-ec143247281e"/>
    <ds:schemaRef ds:uri="8f338f67-29b5-46b6-b282-1a436408b3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exempel ppt-mall</Template>
  <TotalTime>0</TotalTime>
  <Words>233</Words>
  <Application>Microsoft Office PowerPoint</Application>
  <PresentationFormat>Anpassad</PresentationFormat>
  <Paragraphs>56</Paragraphs>
  <Slides>10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2</vt:i4>
      </vt:variant>
      <vt:variant>
        <vt:lpstr>Bildrubriker</vt:lpstr>
      </vt:variant>
      <vt:variant>
        <vt:i4>10</vt:i4>
      </vt:variant>
    </vt:vector>
  </HeadingPairs>
  <TitlesOfParts>
    <vt:vector size="14" baseType="lpstr">
      <vt:lpstr>Arial</vt:lpstr>
      <vt:lpstr>Calibri</vt:lpstr>
      <vt:lpstr>Sös (presentation)</vt:lpstr>
      <vt:lpstr>Inlaga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Journal club</dc:title>
  <dc:creator>Emerik Nordling</dc:creator>
  <cp:lastModifiedBy>Emerik Nordling</cp:lastModifiedBy>
  <cp:revision>1</cp:revision>
  <cp:lastPrinted>2023-03-17T19:03:48Z</cp:lastPrinted>
  <dcterms:created xsi:type="dcterms:W3CDTF">2026-10-16T15:32:13Z</dcterms:created>
  <dcterms:modified xsi:type="dcterms:W3CDTF">2026-10-16T15:33:02Z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0x010100A3005D24D0110A44B1647A5AECA294B0</vt:lpwstr>
  </property>
</Properties>
</file>